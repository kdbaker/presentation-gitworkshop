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sldIdLst>
    <p:sldId id="256" r:id="rId2"/>
    <p:sldId id="258" r:id="rId3"/>
    <p:sldId id="261" r:id="rId4"/>
    <p:sldId id="311" r:id="rId5"/>
    <p:sldId id="269" r:id="rId6"/>
    <p:sldId id="312" r:id="rId7"/>
    <p:sldId id="270" r:id="rId8"/>
    <p:sldId id="272" r:id="rId9"/>
    <p:sldId id="273" r:id="rId10"/>
    <p:sldId id="274" r:id="rId11"/>
    <p:sldId id="275" r:id="rId12"/>
    <p:sldId id="276" r:id="rId13"/>
    <p:sldId id="280" r:id="rId14"/>
    <p:sldId id="277" r:id="rId15"/>
    <p:sldId id="278" r:id="rId16"/>
    <p:sldId id="279" r:id="rId17"/>
    <p:sldId id="286" r:id="rId18"/>
    <p:sldId id="281" r:id="rId19"/>
    <p:sldId id="282" r:id="rId20"/>
    <p:sldId id="283" r:id="rId21"/>
    <p:sldId id="284" r:id="rId22"/>
    <p:sldId id="285" r:id="rId23"/>
    <p:sldId id="292" r:id="rId24"/>
    <p:sldId id="287" r:id="rId25"/>
    <p:sldId id="290" r:id="rId26"/>
    <p:sldId id="289" r:id="rId27"/>
    <p:sldId id="291" r:id="rId28"/>
    <p:sldId id="293" r:id="rId29"/>
    <p:sldId id="295" r:id="rId30"/>
    <p:sldId id="296" r:id="rId31"/>
    <p:sldId id="297" r:id="rId32"/>
    <p:sldId id="298" r:id="rId33"/>
    <p:sldId id="299" r:id="rId34"/>
    <p:sldId id="303" r:id="rId35"/>
    <p:sldId id="309" r:id="rId36"/>
    <p:sldId id="310" r:id="rId37"/>
    <p:sldId id="301" r:id="rId38"/>
    <p:sldId id="302" r:id="rId39"/>
    <p:sldId id="304" r:id="rId40"/>
    <p:sldId id="305" r:id="rId41"/>
    <p:sldId id="306" r:id="rId42"/>
    <p:sldId id="308" r:id="rId43"/>
    <p:sldId id="300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5" d="100"/>
          <a:sy n="95" d="100"/>
        </p:scale>
        <p:origin x="-1088" y="-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interSettings" Target="printerSettings/printerSettings1.bin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780176-15F7-444B-AB8A-5623C0F98ECE}" type="doc">
      <dgm:prSet loTypeId="urn:microsoft.com/office/officeart/2005/8/layout/bProcess3" loCatId="process" qsTypeId="urn:microsoft.com/office/officeart/2005/8/quickstyle/3d1" qsCatId="3D" csTypeId="urn:microsoft.com/office/officeart/2005/8/colors/colorful1" csCatId="colorful" phldr="1"/>
      <dgm:spPr/>
    </dgm:pt>
    <dgm:pt modelId="{223792A6-51CF-44C0-A9C7-2A58F797FC8C}">
      <dgm:prSet/>
      <dgm:spPr/>
      <dgm:t>
        <a:bodyPr/>
        <a:lstStyle/>
        <a:p>
          <a:r>
            <a:rPr lang="en-US" dirty="0" smtClean="0"/>
            <a:t>Create a Directory</a:t>
          </a:r>
          <a:endParaRPr lang="en-US" dirty="0"/>
        </a:p>
      </dgm:t>
    </dgm:pt>
    <dgm:pt modelId="{766FD8B4-F017-42C1-A2B7-08374F6828E2}" type="parTrans" cxnId="{3E2372A8-5893-46E2-B9EC-6D5E918D710A}">
      <dgm:prSet/>
      <dgm:spPr/>
      <dgm:t>
        <a:bodyPr/>
        <a:lstStyle/>
        <a:p>
          <a:endParaRPr lang="en-US"/>
        </a:p>
      </dgm:t>
    </dgm:pt>
    <dgm:pt modelId="{12FE8903-793B-4E1C-B502-E0AD12669276}" type="sibTrans" cxnId="{3E2372A8-5893-46E2-B9EC-6D5E918D710A}">
      <dgm:prSet/>
      <dgm:spPr/>
      <dgm:t>
        <a:bodyPr/>
        <a:lstStyle/>
        <a:p>
          <a:endParaRPr lang="en-US"/>
        </a:p>
      </dgm:t>
    </dgm:pt>
    <dgm:pt modelId="{361AA235-CC59-4EB7-8F56-55083D641BE1}">
      <dgm:prSet/>
      <dgm:spPr/>
      <dgm:t>
        <a:bodyPr/>
        <a:lstStyle/>
        <a:p>
          <a:r>
            <a:rPr lang="en-US" dirty="0" smtClean="0"/>
            <a:t>Change to that Directory</a:t>
          </a:r>
          <a:endParaRPr lang="en-US" dirty="0"/>
        </a:p>
      </dgm:t>
    </dgm:pt>
    <dgm:pt modelId="{06432E5C-6D13-4DC1-B8FC-16624D65103A}" type="parTrans" cxnId="{A4A6BDAB-F22B-4DF9-B658-2D03651DF2B0}">
      <dgm:prSet/>
      <dgm:spPr/>
      <dgm:t>
        <a:bodyPr/>
        <a:lstStyle/>
        <a:p>
          <a:endParaRPr lang="en-US"/>
        </a:p>
      </dgm:t>
    </dgm:pt>
    <dgm:pt modelId="{6C157F9D-BFAF-469F-B2E0-F5BB386BE2B6}" type="sibTrans" cxnId="{A4A6BDAB-F22B-4DF9-B658-2D03651DF2B0}">
      <dgm:prSet/>
      <dgm:spPr/>
      <dgm:t>
        <a:bodyPr/>
        <a:lstStyle/>
        <a:p>
          <a:endParaRPr lang="en-US"/>
        </a:p>
      </dgm:t>
    </dgm:pt>
    <dgm:pt modelId="{6EEA225D-9062-47BD-8EE4-2072E5EF243C}">
      <dgm:prSet/>
      <dgm:spPr/>
      <dgm:t>
        <a:bodyPr/>
        <a:lstStyle/>
        <a:p>
          <a:r>
            <a:rPr lang="en-US" dirty="0" err="1" smtClean="0"/>
            <a:t>git</a:t>
          </a:r>
          <a:r>
            <a:rPr lang="en-US" dirty="0" smtClean="0"/>
            <a:t> </a:t>
          </a:r>
          <a:r>
            <a:rPr lang="en-US" dirty="0" err="1" smtClean="0"/>
            <a:t>init</a:t>
          </a:r>
          <a:endParaRPr lang="en-US" dirty="0"/>
        </a:p>
      </dgm:t>
    </dgm:pt>
    <dgm:pt modelId="{C8EC6193-D8AE-4EDD-999B-628A033C6B70}" type="parTrans" cxnId="{3A6E3354-3E92-420D-BADA-BA379D79DF7F}">
      <dgm:prSet/>
      <dgm:spPr/>
      <dgm:t>
        <a:bodyPr/>
        <a:lstStyle/>
        <a:p>
          <a:endParaRPr lang="en-US"/>
        </a:p>
      </dgm:t>
    </dgm:pt>
    <dgm:pt modelId="{B43FEBFD-9118-461E-ABD8-C94E08D754E4}" type="sibTrans" cxnId="{3A6E3354-3E92-420D-BADA-BA379D79DF7F}">
      <dgm:prSet/>
      <dgm:spPr/>
      <dgm:t>
        <a:bodyPr/>
        <a:lstStyle/>
        <a:p>
          <a:endParaRPr lang="en-US"/>
        </a:p>
      </dgm:t>
    </dgm:pt>
    <dgm:pt modelId="{D7BA071D-91FA-4FA3-A8C4-D1F6A74DBABE}" type="pres">
      <dgm:prSet presAssocID="{A4780176-15F7-444B-AB8A-5623C0F98ECE}" presName="Name0" presStyleCnt="0">
        <dgm:presLayoutVars>
          <dgm:dir/>
          <dgm:resizeHandles val="exact"/>
        </dgm:presLayoutVars>
      </dgm:prSet>
      <dgm:spPr/>
    </dgm:pt>
    <dgm:pt modelId="{1123A4EE-05B6-4894-B20B-E0210F5D961F}" type="pres">
      <dgm:prSet presAssocID="{223792A6-51CF-44C0-A9C7-2A58F797FC8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3F4A5A-ACB4-4402-B52F-54D07BEB40AB}" type="pres">
      <dgm:prSet presAssocID="{12FE8903-793B-4E1C-B502-E0AD12669276}" presName="sibTrans" presStyleLbl="sibTrans1D1" presStyleIdx="0" presStyleCnt="2"/>
      <dgm:spPr/>
      <dgm:t>
        <a:bodyPr/>
        <a:lstStyle/>
        <a:p>
          <a:endParaRPr lang="en-US"/>
        </a:p>
      </dgm:t>
    </dgm:pt>
    <dgm:pt modelId="{8BE50613-2B74-4FB3-9182-66D6E0EF6377}" type="pres">
      <dgm:prSet presAssocID="{12FE8903-793B-4E1C-B502-E0AD12669276}" presName="connectorText" presStyleLbl="sibTrans1D1" presStyleIdx="0" presStyleCnt="2"/>
      <dgm:spPr/>
      <dgm:t>
        <a:bodyPr/>
        <a:lstStyle/>
        <a:p>
          <a:endParaRPr lang="en-US"/>
        </a:p>
      </dgm:t>
    </dgm:pt>
    <dgm:pt modelId="{4A774A5D-478F-4312-BF06-81FF80196697}" type="pres">
      <dgm:prSet presAssocID="{361AA235-CC59-4EB7-8F56-55083D641BE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6FF647-BCBC-4E90-A120-F334C72CADA8}" type="pres">
      <dgm:prSet presAssocID="{6C157F9D-BFAF-469F-B2E0-F5BB386BE2B6}" presName="sibTrans" presStyleLbl="sibTrans1D1" presStyleIdx="1" presStyleCnt="2"/>
      <dgm:spPr/>
      <dgm:t>
        <a:bodyPr/>
        <a:lstStyle/>
        <a:p>
          <a:endParaRPr lang="en-US"/>
        </a:p>
      </dgm:t>
    </dgm:pt>
    <dgm:pt modelId="{CF21BF0C-49EE-4D05-AAC8-572185438DBB}" type="pres">
      <dgm:prSet presAssocID="{6C157F9D-BFAF-469F-B2E0-F5BB386BE2B6}" presName="connectorText" presStyleLbl="sibTrans1D1" presStyleIdx="1" presStyleCnt="2"/>
      <dgm:spPr/>
      <dgm:t>
        <a:bodyPr/>
        <a:lstStyle/>
        <a:p>
          <a:endParaRPr lang="en-US"/>
        </a:p>
      </dgm:t>
    </dgm:pt>
    <dgm:pt modelId="{5A41E679-6D83-482E-8E48-A864725D5F3E}" type="pres">
      <dgm:prSet presAssocID="{6EEA225D-9062-47BD-8EE4-2072E5EF243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6E3354-3E92-420D-BADA-BA379D79DF7F}" srcId="{A4780176-15F7-444B-AB8A-5623C0F98ECE}" destId="{6EEA225D-9062-47BD-8EE4-2072E5EF243C}" srcOrd="2" destOrd="0" parTransId="{C8EC6193-D8AE-4EDD-999B-628A033C6B70}" sibTransId="{B43FEBFD-9118-461E-ABD8-C94E08D754E4}"/>
    <dgm:cxn modelId="{A4A6BDAB-F22B-4DF9-B658-2D03651DF2B0}" srcId="{A4780176-15F7-444B-AB8A-5623C0F98ECE}" destId="{361AA235-CC59-4EB7-8F56-55083D641BE1}" srcOrd="1" destOrd="0" parTransId="{06432E5C-6D13-4DC1-B8FC-16624D65103A}" sibTransId="{6C157F9D-BFAF-469F-B2E0-F5BB386BE2B6}"/>
    <dgm:cxn modelId="{60FD7B61-6089-4587-8110-82ED47585DA7}" type="presOf" srcId="{6C157F9D-BFAF-469F-B2E0-F5BB386BE2B6}" destId="{FF6FF647-BCBC-4E90-A120-F334C72CADA8}" srcOrd="0" destOrd="0" presId="urn:microsoft.com/office/officeart/2005/8/layout/bProcess3"/>
    <dgm:cxn modelId="{7E02225A-2532-41E5-B2F8-3713A322CBAB}" type="presOf" srcId="{12FE8903-793B-4E1C-B502-E0AD12669276}" destId="{933F4A5A-ACB4-4402-B52F-54D07BEB40AB}" srcOrd="0" destOrd="0" presId="urn:microsoft.com/office/officeart/2005/8/layout/bProcess3"/>
    <dgm:cxn modelId="{3E2372A8-5893-46E2-B9EC-6D5E918D710A}" srcId="{A4780176-15F7-444B-AB8A-5623C0F98ECE}" destId="{223792A6-51CF-44C0-A9C7-2A58F797FC8C}" srcOrd="0" destOrd="0" parTransId="{766FD8B4-F017-42C1-A2B7-08374F6828E2}" sibTransId="{12FE8903-793B-4E1C-B502-E0AD12669276}"/>
    <dgm:cxn modelId="{FFF62475-D2D8-42C2-83B0-77594E6B8695}" type="presOf" srcId="{223792A6-51CF-44C0-A9C7-2A58F797FC8C}" destId="{1123A4EE-05B6-4894-B20B-E0210F5D961F}" srcOrd="0" destOrd="0" presId="urn:microsoft.com/office/officeart/2005/8/layout/bProcess3"/>
    <dgm:cxn modelId="{2C812A71-DEB2-4E40-95F3-C379936B01D6}" type="presOf" srcId="{361AA235-CC59-4EB7-8F56-55083D641BE1}" destId="{4A774A5D-478F-4312-BF06-81FF80196697}" srcOrd="0" destOrd="0" presId="urn:microsoft.com/office/officeart/2005/8/layout/bProcess3"/>
    <dgm:cxn modelId="{5AD20021-4CDC-4C4E-AB0D-960760B435C4}" type="presOf" srcId="{6C157F9D-BFAF-469F-B2E0-F5BB386BE2B6}" destId="{CF21BF0C-49EE-4D05-AAC8-572185438DBB}" srcOrd="1" destOrd="0" presId="urn:microsoft.com/office/officeart/2005/8/layout/bProcess3"/>
    <dgm:cxn modelId="{8244ED71-75D8-4B22-A13C-9FE041587A70}" type="presOf" srcId="{6EEA225D-9062-47BD-8EE4-2072E5EF243C}" destId="{5A41E679-6D83-482E-8E48-A864725D5F3E}" srcOrd="0" destOrd="0" presId="urn:microsoft.com/office/officeart/2005/8/layout/bProcess3"/>
    <dgm:cxn modelId="{223F1610-0D96-45AC-8953-A6847295D262}" type="presOf" srcId="{A4780176-15F7-444B-AB8A-5623C0F98ECE}" destId="{D7BA071D-91FA-4FA3-A8C4-D1F6A74DBABE}" srcOrd="0" destOrd="0" presId="urn:microsoft.com/office/officeart/2005/8/layout/bProcess3"/>
    <dgm:cxn modelId="{A7F9C98A-81B7-420E-A331-8E5BE72DC031}" type="presOf" srcId="{12FE8903-793B-4E1C-B502-E0AD12669276}" destId="{8BE50613-2B74-4FB3-9182-66D6E0EF6377}" srcOrd="1" destOrd="0" presId="urn:microsoft.com/office/officeart/2005/8/layout/bProcess3"/>
    <dgm:cxn modelId="{E5E519E9-23BF-4C07-A873-632AC8B0C1CA}" type="presParOf" srcId="{D7BA071D-91FA-4FA3-A8C4-D1F6A74DBABE}" destId="{1123A4EE-05B6-4894-B20B-E0210F5D961F}" srcOrd="0" destOrd="0" presId="urn:microsoft.com/office/officeart/2005/8/layout/bProcess3"/>
    <dgm:cxn modelId="{2DE797D9-A36A-4678-8AE8-71439FD85E68}" type="presParOf" srcId="{D7BA071D-91FA-4FA3-A8C4-D1F6A74DBABE}" destId="{933F4A5A-ACB4-4402-B52F-54D07BEB40AB}" srcOrd="1" destOrd="0" presId="urn:microsoft.com/office/officeart/2005/8/layout/bProcess3"/>
    <dgm:cxn modelId="{6B094638-C79E-480D-ADC2-47AB6F7CD455}" type="presParOf" srcId="{933F4A5A-ACB4-4402-B52F-54D07BEB40AB}" destId="{8BE50613-2B74-4FB3-9182-66D6E0EF6377}" srcOrd="0" destOrd="0" presId="urn:microsoft.com/office/officeart/2005/8/layout/bProcess3"/>
    <dgm:cxn modelId="{3253CBFE-9667-4788-93B0-C15ABBAFF48B}" type="presParOf" srcId="{D7BA071D-91FA-4FA3-A8C4-D1F6A74DBABE}" destId="{4A774A5D-478F-4312-BF06-81FF80196697}" srcOrd="2" destOrd="0" presId="urn:microsoft.com/office/officeart/2005/8/layout/bProcess3"/>
    <dgm:cxn modelId="{90E2D1AB-036C-4BC6-A65B-95AFE2BAD4AF}" type="presParOf" srcId="{D7BA071D-91FA-4FA3-A8C4-D1F6A74DBABE}" destId="{FF6FF647-BCBC-4E90-A120-F334C72CADA8}" srcOrd="3" destOrd="0" presId="urn:microsoft.com/office/officeart/2005/8/layout/bProcess3"/>
    <dgm:cxn modelId="{4FD6A66C-CCC7-41D5-9192-C59308E985D9}" type="presParOf" srcId="{FF6FF647-BCBC-4E90-A120-F334C72CADA8}" destId="{CF21BF0C-49EE-4D05-AAC8-572185438DBB}" srcOrd="0" destOrd="0" presId="urn:microsoft.com/office/officeart/2005/8/layout/bProcess3"/>
    <dgm:cxn modelId="{4FC83E29-2669-4303-8FFC-CCD973A96084}" type="presParOf" srcId="{D7BA071D-91FA-4FA3-A8C4-D1F6A74DBABE}" destId="{5A41E679-6D83-482E-8E48-A864725D5F3E}" srcOrd="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427956-CE96-40ED-988A-93A83940511A}" type="doc">
      <dgm:prSet loTypeId="urn:microsoft.com/office/officeart/2005/8/layout/cycle3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3C0A8-6B7C-4321-9030-8814782DB77E}">
      <dgm:prSet phldrT="[Text]"/>
      <dgm:spPr/>
      <dgm:t>
        <a:bodyPr/>
        <a:lstStyle/>
        <a:p>
          <a:r>
            <a:rPr lang="en-US" dirty="0" smtClean="0"/>
            <a:t>Write Code</a:t>
          </a:r>
          <a:endParaRPr lang="en-US" dirty="0"/>
        </a:p>
      </dgm:t>
    </dgm:pt>
    <dgm:pt modelId="{052C198B-962A-43DD-837D-F4F53A636536}" type="parTrans" cxnId="{8DA6A341-EEAF-483C-B4BC-276CD15CF995}">
      <dgm:prSet/>
      <dgm:spPr/>
      <dgm:t>
        <a:bodyPr/>
        <a:lstStyle/>
        <a:p>
          <a:endParaRPr lang="en-US"/>
        </a:p>
      </dgm:t>
    </dgm:pt>
    <dgm:pt modelId="{8679ADD4-0449-47CA-B74A-7866CCAD6C17}" type="sibTrans" cxnId="{8DA6A341-EEAF-483C-B4BC-276CD15CF995}">
      <dgm:prSet/>
      <dgm:spPr/>
      <dgm:t>
        <a:bodyPr/>
        <a:lstStyle/>
        <a:p>
          <a:endParaRPr lang="en-US"/>
        </a:p>
      </dgm:t>
    </dgm:pt>
    <dgm:pt modelId="{2DF30BA0-9D90-4375-9611-885942D9D1EC}">
      <dgm:prSet phldrT="[Text]"/>
      <dgm:spPr/>
      <dgm:t>
        <a:bodyPr/>
        <a:lstStyle/>
        <a:p>
          <a:r>
            <a:rPr lang="en-US" dirty="0" smtClean="0"/>
            <a:t>Commit</a:t>
          </a:r>
          <a:endParaRPr lang="en-US" dirty="0"/>
        </a:p>
      </dgm:t>
    </dgm:pt>
    <dgm:pt modelId="{53321599-D506-4C10-B97E-BAAA66433BB2}" type="parTrans" cxnId="{83547807-F6FB-42B5-8694-858A8502F8E5}">
      <dgm:prSet/>
      <dgm:spPr/>
      <dgm:t>
        <a:bodyPr/>
        <a:lstStyle/>
        <a:p>
          <a:endParaRPr lang="en-US"/>
        </a:p>
      </dgm:t>
    </dgm:pt>
    <dgm:pt modelId="{0A61E81D-E5E4-4A75-BFF4-4F8474F0FD8A}" type="sibTrans" cxnId="{83547807-F6FB-42B5-8694-858A8502F8E5}">
      <dgm:prSet/>
      <dgm:spPr/>
      <dgm:t>
        <a:bodyPr/>
        <a:lstStyle/>
        <a:p>
          <a:endParaRPr lang="en-US"/>
        </a:p>
      </dgm:t>
    </dgm:pt>
    <dgm:pt modelId="{CF321215-F69A-459E-84DE-937B7CFE0776}">
      <dgm:prSet phldrT="[Text]"/>
      <dgm:spPr/>
      <dgm:t>
        <a:bodyPr/>
        <a:lstStyle/>
        <a:p>
          <a:r>
            <a:rPr lang="en-US" dirty="0" smtClean="0"/>
            <a:t>Add Files</a:t>
          </a:r>
          <a:endParaRPr lang="en-US" dirty="0"/>
        </a:p>
      </dgm:t>
    </dgm:pt>
    <dgm:pt modelId="{EAB91F8E-1A01-440D-9362-5BEB80AF4277}" type="parTrans" cxnId="{1E8CF7CA-47E8-422F-940B-9D781CB56E59}">
      <dgm:prSet/>
      <dgm:spPr/>
      <dgm:t>
        <a:bodyPr/>
        <a:lstStyle/>
        <a:p>
          <a:endParaRPr lang="en-US"/>
        </a:p>
      </dgm:t>
    </dgm:pt>
    <dgm:pt modelId="{689BFDED-5234-4334-9CBB-4B58D3F0A76C}" type="sibTrans" cxnId="{1E8CF7CA-47E8-422F-940B-9D781CB56E59}">
      <dgm:prSet/>
      <dgm:spPr/>
      <dgm:t>
        <a:bodyPr/>
        <a:lstStyle/>
        <a:p>
          <a:endParaRPr lang="en-US"/>
        </a:p>
      </dgm:t>
    </dgm:pt>
    <dgm:pt modelId="{3FEECA87-1EBF-4FFB-B16F-CDA90A94B5C4}" type="pres">
      <dgm:prSet presAssocID="{30427956-CE96-40ED-988A-93A8394051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704B27-4F72-4528-B03F-4B552B506DEF}" type="pres">
      <dgm:prSet presAssocID="{30427956-CE96-40ED-988A-93A83940511A}" presName="cycle" presStyleCnt="0"/>
      <dgm:spPr/>
    </dgm:pt>
    <dgm:pt modelId="{552CC2B6-E1A7-41B2-BED3-EC118904C862}" type="pres">
      <dgm:prSet presAssocID="{9813C0A8-6B7C-4321-9030-8814782DB77E}" presName="nodeFirs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5EC14-0F59-4002-84D4-9A51B298F6BA}" type="pres">
      <dgm:prSet presAssocID="{8679ADD4-0449-47CA-B74A-7866CCAD6C17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8E750133-B72E-4D9A-AEFC-DEA8034DBBAA}" type="pres">
      <dgm:prSet presAssocID="{CF321215-F69A-459E-84DE-937B7CFE0776}" presName="nodeFollowingNodes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2CB897-987C-458D-AFD5-0455E375271C}" type="pres">
      <dgm:prSet presAssocID="{2DF30BA0-9D90-4375-9611-885942D9D1EC}" presName="nodeFollowingNodes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473DBD-5BD9-47D9-BD31-582E724BD0A8}" type="presOf" srcId="{8679ADD4-0449-47CA-B74A-7866CCAD6C17}" destId="{B5A5EC14-0F59-4002-84D4-9A51B298F6BA}" srcOrd="0" destOrd="0" presId="urn:microsoft.com/office/officeart/2005/8/layout/cycle3"/>
    <dgm:cxn modelId="{B1F6080C-9C33-4ECF-A2A4-06CD7B46E636}" type="presOf" srcId="{CF321215-F69A-459E-84DE-937B7CFE0776}" destId="{8E750133-B72E-4D9A-AEFC-DEA8034DBBAA}" srcOrd="0" destOrd="0" presId="urn:microsoft.com/office/officeart/2005/8/layout/cycle3"/>
    <dgm:cxn modelId="{3EBB0E4D-E16D-4BDC-A7B8-4860306C9E01}" type="presOf" srcId="{30427956-CE96-40ED-988A-93A83940511A}" destId="{3FEECA87-1EBF-4FFB-B16F-CDA90A94B5C4}" srcOrd="0" destOrd="0" presId="urn:microsoft.com/office/officeart/2005/8/layout/cycle3"/>
    <dgm:cxn modelId="{83547807-F6FB-42B5-8694-858A8502F8E5}" srcId="{30427956-CE96-40ED-988A-93A83940511A}" destId="{2DF30BA0-9D90-4375-9611-885942D9D1EC}" srcOrd="2" destOrd="0" parTransId="{53321599-D506-4C10-B97E-BAAA66433BB2}" sibTransId="{0A61E81D-E5E4-4A75-BFF4-4F8474F0FD8A}"/>
    <dgm:cxn modelId="{80B0B154-0784-48F7-A6DB-19DE81103A6C}" type="presOf" srcId="{9813C0A8-6B7C-4321-9030-8814782DB77E}" destId="{552CC2B6-E1A7-41B2-BED3-EC118904C862}" srcOrd="0" destOrd="0" presId="urn:microsoft.com/office/officeart/2005/8/layout/cycle3"/>
    <dgm:cxn modelId="{8DA6A341-EEAF-483C-B4BC-276CD15CF995}" srcId="{30427956-CE96-40ED-988A-93A83940511A}" destId="{9813C0A8-6B7C-4321-9030-8814782DB77E}" srcOrd="0" destOrd="0" parTransId="{052C198B-962A-43DD-837D-F4F53A636536}" sibTransId="{8679ADD4-0449-47CA-B74A-7866CCAD6C17}"/>
    <dgm:cxn modelId="{F775DA58-B38F-4A01-9ED4-1263B876FCF5}" type="presOf" srcId="{2DF30BA0-9D90-4375-9611-885942D9D1EC}" destId="{532CB897-987C-458D-AFD5-0455E375271C}" srcOrd="0" destOrd="0" presId="urn:microsoft.com/office/officeart/2005/8/layout/cycle3"/>
    <dgm:cxn modelId="{1E8CF7CA-47E8-422F-940B-9D781CB56E59}" srcId="{30427956-CE96-40ED-988A-93A83940511A}" destId="{CF321215-F69A-459E-84DE-937B7CFE0776}" srcOrd="1" destOrd="0" parTransId="{EAB91F8E-1A01-440D-9362-5BEB80AF4277}" sibTransId="{689BFDED-5234-4334-9CBB-4B58D3F0A76C}"/>
    <dgm:cxn modelId="{F6CE515A-038A-4BCD-BE9E-8A3E79ED6D63}" type="presParOf" srcId="{3FEECA87-1EBF-4FFB-B16F-CDA90A94B5C4}" destId="{78704B27-4F72-4528-B03F-4B552B506DEF}" srcOrd="0" destOrd="0" presId="urn:microsoft.com/office/officeart/2005/8/layout/cycle3"/>
    <dgm:cxn modelId="{1ECDF859-3858-4968-A5B3-20A469B460FD}" type="presParOf" srcId="{78704B27-4F72-4528-B03F-4B552B506DEF}" destId="{552CC2B6-E1A7-41B2-BED3-EC118904C862}" srcOrd="0" destOrd="0" presId="urn:microsoft.com/office/officeart/2005/8/layout/cycle3"/>
    <dgm:cxn modelId="{96CC9AC0-FE3E-4E33-B833-B4FD5DC8F6C7}" type="presParOf" srcId="{78704B27-4F72-4528-B03F-4B552B506DEF}" destId="{B5A5EC14-0F59-4002-84D4-9A51B298F6BA}" srcOrd="1" destOrd="0" presId="urn:microsoft.com/office/officeart/2005/8/layout/cycle3"/>
    <dgm:cxn modelId="{D8151527-D415-475D-BF7A-3612657B72D4}" type="presParOf" srcId="{78704B27-4F72-4528-B03F-4B552B506DEF}" destId="{8E750133-B72E-4D9A-AEFC-DEA8034DBBAA}" srcOrd="2" destOrd="0" presId="urn:microsoft.com/office/officeart/2005/8/layout/cycle3"/>
    <dgm:cxn modelId="{BE1B5F3C-DA36-480B-94B0-740CC9E8D092}" type="presParOf" srcId="{78704B27-4F72-4528-B03F-4B552B506DEF}" destId="{532CB897-987C-458D-AFD5-0455E375271C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427956-CE96-40ED-988A-93A83940511A}" type="doc">
      <dgm:prSet loTypeId="urn:microsoft.com/office/officeart/2005/8/layout/cycle3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3C0A8-6B7C-4321-9030-8814782DB77E}">
      <dgm:prSet phldrT="[Text]"/>
      <dgm:spPr/>
      <dgm:t>
        <a:bodyPr/>
        <a:lstStyle/>
        <a:p>
          <a:r>
            <a:rPr lang="en-US" dirty="0" smtClean="0"/>
            <a:t>Write Code</a:t>
          </a:r>
          <a:endParaRPr lang="en-US" dirty="0"/>
        </a:p>
      </dgm:t>
    </dgm:pt>
    <dgm:pt modelId="{052C198B-962A-43DD-837D-F4F53A636536}" type="parTrans" cxnId="{8DA6A341-EEAF-483C-B4BC-276CD15CF995}">
      <dgm:prSet/>
      <dgm:spPr/>
      <dgm:t>
        <a:bodyPr/>
        <a:lstStyle/>
        <a:p>
          <a:endParaRPr lang="en-US"/>
        </a:p>
      </dgm:t>
    </dgm:pt>
    <dgm:pt modelId="{8679ADD4-0449-47CA-B74A-7866CCAD6C17}" type="sibTrans" cxnId="{8DA6A341-EEAF-483C-B4BC-276CD15CF995}">
      <dgm:prSet/>
      <dgm:spPr/>
      <dgm:t>
        <a:bodyPr/>
        <a:lstStyle/>
        <a:p>
          <a:endParaRPr lang="en-US"/>
        </a:p>
      </dgm:t>
    </dgm:pt>
    <dgm:pt modelId="{2DF30BA0-9D90-4375-9611-885942D9D1EC}">
      <dgm:prSet phldrT="[Text]"/>
      <dgm:spPr/>
      <dgm:t>
        <a:bodyPr/>
        <a:lstStyle/>
        <a:p>
          <a:r>
            <a:rPr lang="en-US" dirty="0" err="1" smtClean="0"/>
            <a:t>git</a:t>
          </a:r>
          <a:r>
            <a:rPr lang="en-US" dirty="0" smtClean="0"/>
            <a:t> commit </a:t>
          </a:r>
          <a:br>
            <a:rPr lang="en-US" dirty="0" smtClean="0"/>
          </a:br>
          <a:r>
            <a:rPr lang="en-US" dirty="0" smtClean="0"/>
            <a:t>-am “&lt;</a:t>
          </a:r>
          <a:r>
            <a:rPr lang="en-US" dirty="0" err="1" smtClean="0"/>
            <a:t>msg</a:t>
          </a:r>
          <a:r>
            <a:rPr lang="en-US" dirty="0" smtClean="0"/>
            <a:t>&gt;”</a:t>
          </a:r>
          <a:endParaRPr lang="en-US" dirty="0"/>
        </a:p>
      </dgm:t>
    </dgm:pt>
    <dgm:pt modelId="{53321599-D506-4C10-B97E-BAAA66433BB2}" type="parTrans" cxnId="{83547807-F6FB-42B5-8694-858A8502F8E5}">
      <dgm:prSet/>
      <dgm:spPr/>
      <dgm:t>
        <a:bodyPr/>
        <a:lstStyle/>
        <a:p>
          <a:endParaRPr lang="en-US"/>
        </a:p>
      </dgm:t>
    </dgm:pt>
    <dgm:pt modelId="{0A61E81D-E5E4-4A75-BFF4-4F8474F0FD8A}" type="sibTrans" cxnId="{83547807-F6FB-42B5-8694-858A8502F8E5}">
      <dgm:prSet/>
      <dgm:spPr/>
      <dgm:t>
        <a:bodyPr/>
        <a:lstStyle/>
        <a:p>
          <a:endParaRPr lang="en-US"/>
        </a:p>
      </dgm:t>
    </dgm:pt>
    <dgm:pt modelId="{CF321215-F69A-459E-84DE-937B7CFE0776}">
      <dgm:prSet phldrT="[Text]"/>
      <dgm:spPr/>
      <dgm:t>
        <a:bodyPr/>
        <a:lstStyle/>
        <a:p>
          <a:r>
            <a:rPr lang="en-US" dirty="0" err="1" smtClean="0"/>
            <a:t>git</a:t>
          </a:r>
          <a:r>
            <a:rPr lang="en-US" dirty="0" smtClean="0"/>
            <a:t> add .</a:t>
          </a:r>
          <a:endParaRPr lang="en-US" dirty="0"/>
        </a:p>
      </dgm:t>
    </dgm:pt>
    <dgm:pt modelId="{EAB91F8E-1A01-440D-9362-5BEB80AF4277}" type="parTrans" cxnId="{1E8CF7CA-47E8-422F-940B-9D781CB56E59}">
      <dgm:prSet/>
      <dgm:spPr/>
      <dgm:t>
        <a:bodyPr/>
        <a:lstStyle/>
        <a:p>
          <a:endParaRPr lang="en-US"/>
        </a:p>
      </dgm:t>
    </dgm:pt>
    <dgm:pt modelId="{689BFDED-5234-4334-9CBB-4B58D3F0A76C}" type="sibTrans" cxnId="{1E8CF7CA-47E8-422F-940B-9D781CB56E59}">
      <dgm:prSet/>
      <dgm:spPr/>
      <dgm:t>
        <a:bodyPr/>
        <a:lstStyle/>
        <a:p>
          <a:endParaRPr lang="en-US"/>
        </a:p>
      </dgm:t>
    </dgm:pt>
    <dgm:pt modelId="{3FEECA87-1EBF-4FFB-B16F-CDA90A94B5C4}" type="pres">
      <dgm:prSet presAssocID="{30427956-CE96-40ED-988A-93A8394051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704B27-4F72-4528-B03F-4B552B506DEF}" type="pres">
      <dgm:prSet presAssocID="{30427956-CE96-40ED-988A-93A83940511A}" presName="cycle" presStyleCnt="0"/>
      <dgm:spPr/>
    </dgm:pt>
    <dgm:pt modelId="{552CC2B6-E1A7-41B2-BED3-EC118904C862}" type="pres">
      <dgm:prSet presAssocID="{9813C0A8-6B7C-4321-9030-8814782DB77E}" presName="nodeFirs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5EC14-0F59-4002-84D4-9A51B298F6BA}" type="pres">
      <dgm:prSet presAssocID="{8679ADD4-0449-47CA-B74A-7866CCAD6C17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8E750133-B72E-4D9A-AEFC-DEA8034DBBAA}" type="pres">
      <dgm:prSet presAssocID="{CF321215-F69A-459E-84DE-937B7CFE0776}" presName="nodeFollowingNodes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2CB897-987C-458D-AFD5-0455E375271C}" type="pres">
      <dgm:prSet presAssocID="{2DF30BA0-9D90-4375-9611-885942D9D1EC}" presName="nodeFollowingNodes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852C47-17F0-48DE-93A5-407990E6D2F7}" type="presOf" srcId="{CF321215-F69A-459E-84DE-937B7CFE0776}" destId="{8E750133-B72E-4D9A-AEFC-DEA8034DBBAA}" srcOrd="0" destOrd="0" presId="urn:microsoft.com/office/officeart/2005/8/layout/cycle3"/>
    <dgm:cxn modelId="{83547807-F6FB-42B5-8694-858A8502F8E5}" srcId="{30427956-CE96-40ED-988A-93A83940511A}" destId="{2DF30BA0-9D90-4375-9611-885942D9D1EC}" srcOrd="2" destOrd="0" parTransId="{53321599-D506-4C10-B97E-BAAA66433BB2}" sibTransId="{0A61E81D-E5E4-4A75-BFF4-4F8474F0FD8A}"/>
    <dgm:cxn modelId="{8DA6A341-EEAF-483C-B4BC-276CD15CF995}" srcId="{30427956-CE96-40ED-988A-93A83940511A}" destId="{9813C0A8-6B7C-4321-9030-8814782DB77E}" srcOrd="0" destOrd="0" parTransId="{052C198B-962A-43DD-837D-F4F53A636536}" sibTransId="{8679ADD4-0449-47CA-B74A-7866CCAD6C17}"/>
    <dgm:cxn modelId="{7DD704FA-3E80-4D72-B032-8E24046393A5}" type="presOf" srcId="{2DF30BA0-9D90-4375-9611-885942D9D1EC}" destId="{532CB897-987C-458D-AFD5-0455E375271C}" srcOrd="0" destOrd="0" presId="urn:microsoft.com/office/officeart/2005/8/layout/cycle3"/>
    <dgm:cxn modelId="{2762AED1-E7FC-4A71-998B-93AFF8B76EFA}" type="presOf" srcId="{9813C0A8-6B7C-4321-9030-8814782DB77E}" destId="{552CC2B6-E1A7-41B2-BED3-EC118904C862}" srcOrd="0" destOrd="0" presId="urn:microsoft.com/office/officeart/2005/8/layout/cycle3"/>
    <dgm:cxn modelId="{1A375314-BD29-4CB0-A402-8392E17E9C2B}" type="presOf" srcId="{8679ADD4-0449-47CA-B74A-7866CCAD6C17}" destId="{B5A5EC14-0F59-4002-84D4-9A51B298F6BA}" srcOrd="0" destOrd="0" presId="urn:microsoft.com/office/officeart/2005/8/layout/cycle3"/>
    <dgm:cxn modelId="{1E8CF7CA-47E8-422F-940B-9D781CB56E59}" srcId="{30427956-CE96-40ED-988A-93A83940511A}" destId="{CF321215-F69A-459E-84DE-937B7CFE0776}" srcOrd="1" destOrd="0" parTransId="{EAB91F8E-1A01-440D-9362-5BEB80AF4277}" sibTransId="{689BFDED-5234-4334-9CBB-4B58D3F0A76C}"/>
    <dgm:cxn modelId="{A61B63D2-9A3C-40DA-94B1-1A61FA89423E}" type="presOf" srcId="{30427956-CE96-40ED-988A-93A83940511A}" destId="{3FEECA87-1EBF-4FFB-B16F-CDA90A94B5C4}" srcOrd="0" destOrd="0" presId="urn:microsoft.com/office/officeart/2005/8/layout/cycle3"/>
    <dgm:cxn modelId="{65F91772-A658-4873-9844-268F926DCB68}" type="presParOf" srcId="{3FEECA87-1EBF-4FFB-B16F-CDA90A94B5C4}" destId="{78704B27-4F72-4528-B03F-4B552B506DEF}" srcOrd="0" destOrd="0" presId="urn:microsoft.com/office/officeart/2005/8/layout/cycle3"/>
    <dgm:cxn modelId="{C1CF03AF-C994-48CE-81FC-634615146710}" type="presParOf" srcId="{78704B27-4F72-4528-B03F-4B552B506DEF}" destId="{552CC2B6-E1A7-41B2-BED3-EC118904C862}" srcOrd="0" destOrd="0" presId="urn:microsoft.com/office/officeart/2005/8/layout/cycle3"/>
    <dgm:cxn modelId="{05982163-A467-4F79-812C-A58F71DB90C1}" type="presParOf" srcId="{78704B27-4F72-4528-B03F-4B552B506DEF}" destId="{B5A5EC14-0F59-4002-84D4-9A51B298F6BA}" srcOrd="1" destOrd="0" presId="urn:microsoft.com/office/officeart/2005/8/layout/cycle3"/>
    <dgm:cxn modelId="{9E8D03F9-4AF0-48A4-9109-98EAC117507A}" type="presParOf" srcId="{78704B27-4F72-4528-B03F-4B552B506DEF}" destId="{8E750133-B72E-4D9A-AEFC-DEA8034DBBAA}" srcOrd="2" destOrd="0" presId="urn:microsoft.com/office/officeart/2005/8/layout/cycle3"/>
    <dgm:cxn modelId="{24F83400-A7D7-4915-A226-730EAD4914C8}" type="presParOf" srcId="{78704B27-4F72-4528-B03F-4B552B506DEF}" destId="{532CB897-987C-458D-AFD5-0455E375271C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EC57C3-2119-49D4-9741-6FC85756EF4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B94CE9-036C-4344-8F72-DC49A6C92A75}">
      <dgm:prSet phldrT="[Text]"/>
      <dgm:spPr/>
      <dgm:t>
        <a:bodyPr/>
        <a:lstStyle/>
        <a:p>
          <a:r>
            <a:rPr lang="en-US" dirty="0" smtClean="0"/>
            <a:t>Working Directory</a:t>
          </a:r>
          <a:endParaRPr lang="en-US" dirty="0"/>
        </a:p>
      </dgm:t>
    </dgm:pt>
    <dgm:pt modelId="{A2494B0C-ED24-4BC2-95CF-016ACD5557EB}" type="parTrans" cxnId="{D73E0F4B-D9A5-47D8-BF25-DCD8CCAC8403}">
      <dgm:prSet/>
      <dgm:spPr/>
      <dgm:t>
        <a:bodyPr/>
        <a:lstStyle/>
        <a:p>
          <a:endParaRPr lang="en-US"/>
        </a:p>
      </dgm:t>
    </dgm:pt>
    <dgm:pt modelId="{C8AE6555-EEA6-48DA-9C88-A7E6F4259E1C}" type="sibTrans" cxnId="{D73E0F4B-D9A5-47D8-BF25-DCD8CCAC8403}">
      <dgm:prSet/>
      <dgm:spPr/>
      <dgm:t>
        <a:bodyPr/>
        <a:lstStyle/>
        <a:p>
          <a:endParaRPr lang="en-US"/>
        </a:p>
      </dgm:t>
    </dgm:pt>
    <dgm:pt modelId="{711CFEDA-D059-4229-9CC6-056C16570713}">
      <dgm:prSet phldrT="[Text]"/>
      <dgm:spPr/>
      <dgm:t>
        <a:bodyPr/>
        <a:lstStyle/>
        <a:p>
          <a:r>
            <a:rPr lang="en-US" dirty="0" smtClean="0"/>
            <a:t>Holds Your Files</a:t>
          </a:r>
          <a:endParaRPr lang="en-US" dirty="0"/>
        </a:p>
      </dgm:t>
    </dgm:pt>
    <dgm:pt modelId="{9064461C-5F7D-4DC4-A3F4-36788DAE0A00}" type="parTrans" cxnId="{F2D29E18-4A8E-4206-93E4-3087A4000065}">
      <dgm:prSet/>
      <dgm:spPr/>
      <dgm:t>
        <a:bodyPr/>
        <a:lstStyle/>
        <a:p>
          <a:endParaRPr lang="en-US"/>
        </a:p>
      </dgm:t>
    </dgm:pt>
    <dgm:pt modelId="{F9F9B77A-12D1-4E4D-B8B9-EC7C361E0881}" type="sibTrans" cxnId="{F2D29E18-4A8E-4206-93E4-3087A4000065}">
      <dgm:prSet/>
      <dgm:spPr/>
      <dgm:t>
        <a:bodyPr/>
        <a:lstStyle/>
        <a:p>
          <a:endParaRPr lang="en-US"/>
        </a:p>
      </dgm:t>
    </dgm:pt>
    <dgm:pt modelId="{7B5602D3-4FCA-4374-8A46-5584177DD9BE}">
      <dgm:prSet phldrT="[Text]"/>
      <dgm:spPr/>
      <dgm:t>
        <a:bodyPr/>
        <a:lstStyle/>
        <a:p>
          <a:r>
            <a:rPr lang="en-US" dirty="0" smtClean="0"/>
            <a:t>Can be freely edited, no locks!</a:t>
          </a:r>
          <a:endParaRPr lang="en-US" dirty="0"/>
        </a:p>
      </dgm:t>
    </dgm:pt>
    <dgm:pt modelId="{29F65A0B-5E9F-448A-9348-501E198E9674}" type="parTrans" cxnId="{E00BAECB-881C-466B-A460-C60B35C27924}">
      <dgm:prSet/>
      <dgm:spPr/>
      <dgm:t>
        <a:bodyPr/>
        <a:lstStyle/>
        <a:p>
          <a:endParaRPr lang="en-US"/>
        </a:p>
      </dgm:t>
    </dgm:pt>
    <dgm:pt modelId="{7AF73E08-2904-4A17-A8B8-9F02C713DC04}" type="sibTrans" cxnId="{E00BAECB-881C-466B-A460-C60B35C27924}">
      <dgm:prSet/>
      <dgm:spPr/>
      <dgm:t>
        <a:bodyPr/>
        <a:lstStyle/>
        <a:p>
          <a:endParaRPr lang="en-US"/>
        </a:p>
      </dgm:t>
    </dgm:pt>
    <dgm:pt modelId="{F41C99E5-1E78-49F1-99AD-9DEF5CDD3CB2}">
      <dgm:prSet phldrT="[Text]"/>
      <dgm:spPr/>
      <dgm:t>
        <a:bodyPr/>
        <a:lstStyle/>
        <a:p>
          <a:r>
            <a:rPr lang="en-US" dirty="0" smtClean="0"/>
            <a:t>Index</a:t>
          </a:r>
          <a:endParaRPr lang="en-US" dirty="0"/>
        </a:p>
      </dgm:t>
    </dgm:pt>
    <dgm:pt modelId="{2A3ED6A7-665B-4541-A87A-E39238198753}" type="parTrans" cxnId="{96E18378-2386-43FD-B5B9-CE1FBCDA4427}">
      <dgm:prSet/>
      <dgm:spPr/>
      <dgm:t>
        <a:bodyPr/>
        <a:lstStyle/>
        <a:p>
          <a:endParaRPr lang="en-US"/>
        </a:p>
      </dgm:t>
    </dgm:pt>
    <dgm:pt modelId="{D95A5644-2E9C-4C46-908D-66D25A52D848}" type="sibTrans" cxnId="{96E18378-2386-43FD-B5B9-CE1FBCDA4427}">
      <dgm:prSet/>
      <dgm:spPr/>
      <dgm:t>
        <a:bodyPr/>
        <a:lstStyle/>
        <a:p>
          <a:endParaRPr lang="en-US"/>
        </a:p>
      </dgm:t>
    </dgm:pt>
    <dgm:pt modelId="{DF5C9C72-8944-456A-BAC3-EEF8ED867729}">
      <dgm:prSet phldrT="[Text]"/>
      <dgm:spPr/>
      <dgm:t>
        <a:bodyPr/>
        <a:lstStyle/>
        <a:p>
          <a:r>
            <a:rPr lang="en-US" dirty="0" smtClean="0"/>
            <a:t>Contains files to be included in the next commit</a:t>
          </a:r>
          <a:endParaRPr lang="en-US" dirty="0"/>
        </a:p>
      </dgm:t>
    </dgm:pt>
    <dgm:pt modelId="{C2635804-4A93-4702-AE9C-42AEE596C712}" type="parTrans" cxnId="{1121BBA8-908A-46B4-B805-516700E51EBC}">
      <dgm:prSet/>
      <dgm:spPr/>
      <dgm:t>
        <a:bodyPr/>
        <a:lstStyle/>
        <a:p>
          <a:endParaRPr lang="en-US"/>
        </a:p>
      </dgm:t>
    </dgm:pt>
    <dgm:pt modelId="{E37D0F42-C6B2-4033-B5FF-106DCA0AF609}" type="sibTrans" cxnId="{1121BBA8-908A-46B4-B805-516700E51EBC}">
      <dgm:prSet/>
      <dgm:spPr/>
      <dgm:t>
        <a:bodyPr/>
        <a:lstStyle/>
        <a:p>
          <a:endParaRPr lang="en-US"/>
        </a:p>
      </dgm:t>
    </dgm:pt>
    <dgm:pt modelId="{18DCD47F-0CDC-4504-BDBD-EAF994A964E3}">
      <dgm:prSet phldrT="[Text]"/>
      <dgm:spPr/>
      <dgm:t>
        <a:bodyPr/>
        <a:lstStyle/>
        <a:p>
          <a:r>
            <a:rPr lang="en-US" dirty="0" smtClean="0"/>
            <a:t>“</a:t>
          </a:r>
          <a:r>
            <a:rPr lang="en-US" dirty="0" err="1" smtClean="0"/>
            <a:t>git</a:t>
          </a:r>
          <a:r>
            <a:rPr lang="en-US" dirty="0" smtClean="0"/>
            <a:t> add” puts files in the index</a:t>
          </a:r>
          <a:endParaRPr lang="en-US" dirty="0"/>
        </a:p>
      </dgm:t>
    </dgm:pt>
    <dgm:pt modelId="{506638E0-BE5F-4176-B319-E189DE4ADA57}" type="parTrans" cxnId="{CA180A04-39F7-43E6-95D2-784BF1397271}">
      <dgm:prSet/>
      <dgm:spPr/>
      <dgm:t>
        <a:bodyPr/>
        <a:lstStyle/>
        <a:p>
          <a:endParaRPr lang="en-US"/>
        </a:p>
      </dgm:t>
    </dgm:pt>
    <dgm:pt modelId="{5EA81F4A-9D2B-45A2-A0D5-B9D672897561}" type="sibTrans" cxnId="{CA180A04-39F7-43E6-95D2-784BF1397271}">
      <dgm:prSet/>
      <dgm:spPr/>
      <dgm:t>
        <a:bodyPr/>
        <a:lstStyle/>
        <a:p>
          <a:endParaRPr lang="en-US"/>
        </a:p>
      </dgm:t>
    </dgm:pt>
    <dgm:pt modelId="{239C9AEE-C2E9-4EB4-BC27-E84F9208AFAE}">
      <dgm:prSet phldrT="[Text]"/>
      <dgm:spPr/>
      <dgm:t>
        <a:bodyPr/>
        <a:lstStyle/>
        <a:p>
          <a:r>
            <a:rPr lang="en-US" dirty="0" smtClean="0"/>
            <a:t>Local Repository</a:t>
          </a:r>
          <a:endParaRPr lang="en-US" dirty="0"/>
        </a:p>
      </dgm:t>
    </dgm:pt>
    <dgm:pt modelId="{1555087A-2149-4790-BCA2-DCD277625316}" type="parTrans" cxnId="{C879267E-52B6-4BFA-A244-F6D3FDD6E6F1}">
      <dgm:prSet/>
      <dgm:spPr/>
      <dgm:t>
        <a:bodyPr/>
        <a:lstStyle/>
        <a:p>
          <a:endParaRPr lang="en-US"/>
        </a:p>
      </dgm:t>
    </dgm:pt>
    <dgm:pt modelId="{F3998774-8ECD-45AA-9734-F78649075B7F}" type="sibTrans" cxnId="{C879267E-52B6-4BFA-A244-F6D3FDD6E6F1}">
      <dgm:prSet/>
      <dgm:spPr/>
      <dgm:t>
        <a:bodyPr/>
        <a:lstStyle/>
        <a:p>
          <a:endParaRPr lang="en-US"/>
        </a:p>
      </dgm:t>
    </dgm:pt>
    <dgm:pt modelId="{60B28F44-6288-4FC8-92F2-4295EE218636}">
      <dgm:prSet phldrT="[Text]"/>
      <dgm:spPr/>
      <dgm:t>
        <a:bodyPr/>
        <a:lstStyle/>
        <a:p>
          <a:r>
            <a:rPr lang="en-US" dirty="0" smtClean="0"/>
            <a:t>Your history</a:t>
          </a:r>
          <a:endParaRPr lang="en-US" dirty="0"/>
        </a:p>
      </dgm:t>
    </dgm:pt>
    <dgm:pt modelId="{116E80BD-FC97-4C0C-BA64-581F0E4C23B4}" type="parTrans" cxnId="{B36BEFE1-EB5A-426C-BC4C-24539E9E4E45}">
      <dgm:prSet/>
      <dgm:spPr/>
      <dgm:t>
        <a:bodyPr/>
        <a:lstStyle/>
        <a:p>
          <a:endParaRPr lang="en-US"/>
        </a:p>
      </dgm:t>
    </dgm:pt>
    <dgm:pt modelId="{6225A663-0CCC-4D6E-B7C3-8693CECBB933}" type="sibTrans" cxnId="{B36BEFE1-EB5A-426C-BC4C-24539E9E4E45}">
      <dgm:prSet/>
      <dgm:spPr/>
      <dgm:t>
        <a:bodyPr/>
        <a:lstStyle/>
        <a:p>
          <a:endParaRPr lang="en-US"/>
        </a:p>
      </dgm:t>
    </dgm:pt>
    <dgm:pt modelId="{26D0A223-316C-4307-9A6D-53698C146143}">
      <dgm:prSet phldrT="[Text]"/>
      <dgm:spPr/>
      <dgm:t>
        <a:bodyPr/>
        <a:lstStyle/>
        <a:p>
          <a:r>
            <a:rPr lang="en-US" dirty="0" smtClean="0"/>
            <a:t>The most recent commit is called </a:t>
          </a:r>
          <a:r>
            <a:rPr lang="en-US" b="1" dirty="0" smtClean="0"/>
            <a:t>HEAD</a:t>
          </a:r>
          <a:endParaRPr lang="en-US" b="1" dirty="0"/>
        </a:p>
      </dgm:t>
    </dgm:pt>
    <dgm:pt modelId="{BE3F9E48-68B9-4D8D-A45F-058CE3216E13}" type="parTrans" cxnId="{EB2F2BE6-1C33-433D-AC03-0B9B8AF10452}">
      <dgm:prSet/>
      <dgm:spPr/>
      <dgm:t>
        <a:bodyPr/>
        <a:lstStyle/>
        <a:p>
          <a:endParaRPr lang="en-US"/>
        </a:p>
      </dgm:t>
    </dgm:pt>
    <dgm:pt modelId="{BCCBAB60-4E9A-4745-BB24-0468C495AC63}" type="sibTrans" cxnId="{EB2F2BE6-1C33-433D-AC03-0B9B8AF10452}">
      <dgm:prSet/>
      <dgm:spPr/>
      <dgm:t>
        <a:bodyPr/>
        <a:lstStyle/>
        <a:p>
          <a:endParaRPr lang="en-US"/>
        </a:p>
      </dgm:t>
    </dgm:pt>
    <dgm:pt modelId="{3E1CF2AA-7C00-4ECB-8E8E-F9D86B073767}">
      <dgm:prSet phldrT="[Text]"/>
      <dgm:spPr/>
      <dgm:t>
        <a:bodyPr/>
        <a:lstStyle/>
        <a:p>
          <a:r>
            <a:rPr lang="en-US" b="0" dirty="0" smtClean="0"/>
            <a:t>“</a:t>
          </a:r>
          <a:r>
            <a:rPr lang="en-US" b="0" dirty="0" err="1" smtClean="0"/>
            <a:t>git</a:t>
          </a:r>
          <a:r>
            <a:rPr lang="en-US" b="0" dirty="0" smtClean="0"/>
            <a:t> commit” creates a commit, which is then </a:t>
          </a:r>
          <a:r>
            <a:rPr lang="en-US" b="1" dirty="0" smtClean="0"/>
            <a:t>HEAD</a:t>
          </a:r>
          <a:endParaRPr lang="en-US" b="1" dirty="0"/>
        </a:p>
      </dgm:t>
    </dgm:pt>
    <dgm:pt modelId="{0A9E2ADE-EEBE-4824-A42F-454F66B1E4B7}" type="parTrans" cxnId="{82BD5E71-5F61-48C2-A25E-86C60FBCE973}">
      <dgm:prSet/>
      <dgm:spPr/>
      <dgm:t>
        <a:bodyPr/>
        <a:lstStyle/>
        <a:p>
          <a:endParaRPr lang="en-US"/>
        </a:p>
      </dgm:t>
    </dgm:pt>
    <dgm:pt modelId="{1FFD90BB-0EBB-417E-898B-6D7030EB0B15}" type="sibTrans" cxnId="{82BD5E71-5F61-48C2-A25E-86C60FBCE973}">
      <dgm:prSet/>
      <dgm:spPr/>
      <dgm:t>
        <a:bodyPr/>
        <a:lstStyle/>
        <a:p>
          <a:endParaRPr lang="en-US"/>
        </a:p>
      </dgm:t>
    </dgm:pt>
    <dgm:pt modelId="{D554AED9-94E6-4CA5-8AE8-D2B9DDE89938}">
      <dgm:prSet phldrT="[Text]"/>
      <dgm:spPr/>
      <dgm:t>
        <a:bodyPr/>
        <a:lstStyle/>
        <a:p>
          <a:r>
            <a:rPr lang="en-US" dirty="0" smtClean="0"/>
            <a:t>“</a:t>
          </a:r>
          <a:r>
            <a:rPr lang="en-US" dirty="0" err="1" smtClean="0"/>
            <a:t>git</a:t>
          </a:r>
          <a:r>
            <a:rPr lang="en-US" dirty="0" smtClean="0"/>
            <a:t> </a:t>
          </a:r>
          <a:r>
            <a:rPr lang="en-US" dirty="0" err="1" smtClean="0"/>
            <a:t>init</a:t>
          </a:r>
          <a:r>
            <a:rPr lang="en-US" dirty="0" smtClean="0"/>
            <a:t>” turns any directory into a new repository</a:t>
          </a:r>
          <a:endParaRPr lang="en-US" dirty="0"/>
        </a:p>
      </dgm:t>
    </dgm:pt>
    <dgm:pt modelId="{29E7511E-BCB4-4DEF-956C-F5C068A4516A}" type="parTrans" cxnId="{B635D26E-8E35-44BE-9117-2803715B2102}">
      <dgm:prSet/>
      <dgm:spPr/>
      <dgm:t>
        <a:bodyPr/>
        <a:lstStyle/>
        <a:p>
          <a:endParaRPr lang="en-US"/>
        </a:p>
      </dgm:t>
    </dgm:pt>
    <dgm:pt modelId="{7AB50E93-C454-48A4-A3DE-289775872F74}" type="sibTrans" cxnId="{B635D26E-8E35-44BE-9117-2803715B2102}">
      <dgm:prSet/>
      <dgm:spPr/>
      <dgm:t>
        <a:bodyPr/>
        <a:lstStyle/>
        <a:p>
          <a:endParaRPr lang="en-US"/>
        </a:p>
      </dgm:t>
    </dgm:pt>
    <dgm:pt modelId="{2CB26EB1-828E-46B1-848D-CA062BADBB52}" type="pres">
      <dgm:prSet presAssocID="{E9EC57C3-2119-49D4-9741-6FC85756EF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97601F-B6E7-4007-9F76-92CC8C5B4F2B}" type="pres">
      <dgm:prSet presAssocID="{CCB94CE9-036C-4344-8F72-DC49A6C92A75}" presName="composite" presStyleCnt="0"/>
      <dgm:spPr/>
    </dgm:pt>
    <dgm:pt modelId="{A88D34F9-123E-4C12-846E-19AFEC648FBD}" type="pres">
      <dgm:prSet presAssocID="{CCB94CE9-036C-4344-8F72-DC49A6C92A7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9E07FA-685D-44C5-A093-D959270CDDDD}" type="pres">
      <dgm:prSet presAssocID="{CCB94CE9-036C-4344-8F72-DC49A6C92A7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615C51-C7E7-4E72-815E-7D8EE73ED243}" type="pres">
      <dgm:prSet presAssocID="{C8AE6555-EEA6-48DA-9C88-A7E6F4259E1C}" presName="space" presStyleCnt="0"/>
      <dgm:spPr/>
    </dgm:pt>
    <dgm:pt modelId="{F6E4579B-84C9-4DA1-B340-2B17DEB49A17}" type="pres">
      <dgm:prSet presAssocID="{F41C99E5-1E78-49F1-99AD-9DEF5CDD3CB2}" presName="composite" presStyleCnt="0"/>
      <dgm:spPr/>
    </dgm:pt>
    <dgm:pt modelId="{C22FEDB9-95ED-45E5-987A-918B5EACA92D}" type="pres">
      <dgm:prSet presAssocID="{F41C99E5-1E78-49F1-99AD-9DEF5CDD3CB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E1D47-EA7C-4DBD-AAE6-7A4E7D56A33D}" type="pres">
      <dgm:prSet presAssocID="{F41C99E5-1E78-49F1-99AD-9DEF5CDD3CB2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9A51D7-52E8-4E4E-B8CA-4C46E1A31954}" type="pres">
      <dgm:prSet presAssocID="{D95A5644-2E9C-4C46-908D-66D25A52D848}" presName="space" presStyleCnt="0"/>
      <dgm:spPr/>
    </dgm:pt>
    <dgm:pt modelId="{0F15E558-DBEF-4988-B684-E678029AB9AC}" type="pres">
      <dgm:prSet presAssocID="{239C9AEE-C2E9-4EB4-BC27-E84F9208AFAE}" presName="composite" presStyleCnt="0"/>
      <dgm:spPr/>
    </dgm:pt>
    <dgm:pt modelId="{EDA5A033-B7BA-428F-ABC3-01BCAA43165C}" type="pres">
      <dgm:prSet presAssocID="{239C9AEE-C2E9-4EB4-BC27-E84F9208AFA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78DA-F6F2-45B6-B095-16915583DEF6}" type="pres">
      <dgm:prSet presAssocID="{239C9AEE-C2E9-4EB4-BC27-E84F9208AFAE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C1B57D-17EB-4747-B8BB-414271199764}" type="presOf" srcId="{F41C99E5-1E78-49F1-99AD-9DEF5CDD3CB2}" destId="{C22FEDB9-95ED-45E5-987A-918B5EACA92D}" srcOrd="0" destOrd="0" presId="urn:microsoft.com/office/officeart/2005/8/layout/hList1"/>
    <dgm:cxn modelId="{4CCB940D-29F1-4815-AE7E-5D3A65B1D4A1}" type="presOf" srcId="{239C9AEE-C2E9-4EB4-BC27-E84F9208AFAE}" destId="{EDA5A033-B7BA-428F-ABC3-01BCAA43165C}" srcOrd="0" destOrd="0" presId="urn:microsoft.com/office/officeart/2005/8/layout/hList1"/>
    <dgm:cxn modelId="{1121BBA8-908A-46B4-B805-516700E51EBC}" srcId="{F41C99E5-1E78-49F1-99AD-9DEF5CDD3CB2}" destId="{DF5C9C72-8944-456A-BAC3-EEF8ED867729}" srcOrd="0" destOrd="0" parTransId="{C2635804-4A93-4702-AE9C-42AEE596C712}" sibTransId="{E37D0F42-C6B2-4033-B5FF-106DCA0AF609}"/>
    <dgm:cxn modelId="{45376048-EDAF-47C6-8C6F-35845416CE06}" type="presOf" srcId="{26D0A223-316C-4307-9A6D-53698C146143}" destId="{972278DA-F6F2-45B6-B095-16915583DEF6}" srcOrd="0" destOrd="1" presId="urn:microsoft.com/office/officeart/2005/8/layout/hList1"/>
    <dgm:cxn modelId="{E00BAECB-881C-466B-A460-C60B35C27924}" srcId="{CCB94CE9-036C-4344-8F72-DC49A6C92A75}" destId="{7B5602D3-4FCA-4374-8A46-5584177DD9BE}" srcOrd="1" destOrd="0" parTransId="{29F65A0B-5E9F-448A-9348-501E198E9674}" sibTransId="{7AF73E08-2904-4A17-A8B8-9F02C713DC04}"/>
    <dgm:cxn modelId="{B635D26E-8E35-44BE-9117-2803715B2102}" srcId="{CCB94CE9-036C-4344-8F72-DC49A6C92A75}" destId="{D554AED9-94E6-4CA5-8AE8-D2B9DDE89938}" srcOrd="2" destOrd="0" parTransId="{29E7511E-BCB4-4DEF-956C-F5C068A4516A}" sibTransId="{7AB50E93-C454-48A4-A3DE-289775872F74}"/>
    <dgm:cxn modelId="{B36BEFE1-EB5A-426C-BC4C-24539E9E4E45}" srcId="{239C9AEE-C2E9-4EB4-BC27-E84F9208AFAE}" destId="{60B28F44-6288-4FC8-92F2-4295EE218636}" srcOrd="0" destOrd="0" parTransId="{116E80BD-FC97-4C0C-BA64-581F0E4C23B4}" sibTransId="{6225A663-0CCC-4D6E-B7C3-8693CECBB933}"/>
    <dgm:cxn modelId="{88464028-19A5-45D6-81EF-93506585AC46}" type="presOf" srcId="{D554AED9-94E6-4CA5-8AE8-D2B9DDE89938}" destId="{3E9E07FA-685D-44C5-A093-D959270CDDDD}" srcOrd="0" destOrd="2" presId="urn:microsoft.com/office/officeart/2005/8/layout/hList1"/>
    <dgm:cxn modelId="{D73E0F4B-D9A5-47D8-BF25-DCD8CCAC8403}" srcId="{E9EC57C3-2119-49D4-9741-6FC85756EF46}" destId="{CCB94CE9-036C-4344-8F72-DC49A6C92A75}" srcOrd="0" destOrd="0" parTransId="{A2494B0C-ED24-4BC2-95CF-016ACD5557EB}" sibTransId="{C8AE6555-EEA6-48DA-9C88-A7E6F4259E1C}"/>
    <dgm:cxn modelId="{F5D58AE2-5C24-4785-9C54-0797F0C4B170}" type="presOf" srcId="{60B28F44-6288-4FC8-92F2-4295EE218636}" destId="{972278DA-F6F2-45B6-B095-16915583DEF6}" srcOrd="0" destOrd="0" presId="urn:microsoft.com/office/officeart/2005/8/layout/hList1"/>
    <dgm:cxn modelId="{EB2F2BE6-1C33-433D-AC03-0B9B8AF10452}" srcId="{239C9AEE-C2E9-4EB4-BC27-E84F9208AFAE}" destId="{26D0A223-316C-4307-9A6D-53698C146143}" srcOrd="1" destOrd="0" parTransId="{BE3F9E48-68B9-4D8D-A45F-058CE3216E13}" sibTransId="{BCCBAB60-4E9A-4745-BB24-0468C495AC63}"/>
    <dgm:cxn modelId="{112BDEB0-C582-443B-A0D1-60EC812F9B2E}" type="presOf" srcId="{E9EC57C3-2119-49D4-9741-6FC85756EF46}" destId="{2CB26EB1-828E-46B1-848D-CA062BADBB52}" srcOrd="0" destOrd="0" presId="urn:microsoft.com/office/officeart/2005/8/layout/hList1"/>
    <dgm:cxn modelId="{DA23F047-DC81-4EED-945F-DC572D3D804F}" type="presOf" srcId="{7B5602D3-4FCA-4374-8A46-5584177DD9BE}" destId="{3E9E07FA-685D-44C5-A093-D959270CDDDD}" srcOrd="0" destOrd="1" presId="urn:microsoft.com/office/officeart/2005/8/layout/hList1"/>
    <dgm:cxn modelId="{C264A46B-1A28-4B46-BDDD-F34A48040F88}" type="presOf" srcId="{711CFEDA-D059-4229-9CC6-056C16570713}" destId="{3E9E07FA-685D-44C5-A093-D959270CDDDD}" srcOrd="0" destOrd="0" presId="urn:microsoft.com/office/officeart/2005/8/layout/hList1"/>
    <dgm:cxn modelId="{CA180A04-39F7-43E6-95D2-784BF1397271}" srcId="{F41C99E5-1E78-49F1-99AD-9DEF5CDD3CB2}" destId="{18DCD47F-0CDC-4504-BDBD-EAF994A964E3}" srcOrd="1" destOrd="0" parTransId="{506638E0-BE5F-4176-B319-E189DE4ADA57}" sibTransId="{5EA81F4A-9D2B-45A2-A0D5-B9D672897561}"/>
    <dgm:cxn modelId="{96E18378-2386-43FD-B5B9-CE1FBCDA4427}" srcId="{E9EC57C3-2119-49D4-9741-6FC85756EF46}" destId="{F41C99E5-1E78-49F1-99AD-9DEF5CDD3CB2}" srcOrd="1" destOrd="0" parTransId="{2A3ED6A7-665B-4541-A87A-E39238198753}" sibTransId="{D95A5644-2E9C-4C46-908D-66D25A52D848}"/>
    <dgm:cxn modelId="{6A9A4FFD-A048-45BD-9547-39CD5A318CB6}" type="presOf" srcId="{CCB94CE9-036C-4344-8F72-DC49A6C92A75}" destId="{A88D34F9-123E-4C12-846E-19AFEC648FBD}" srcOrd="0" destOrd="0" presId="urn:microsoft.com/office/officeart/2005/8/layout/hList1"/>
    <dgm:cxn modelId="{D50DA3B5-3013-4B82-AE48-2DC7AE38B2E7}" type="presOf" srcId="{3E1CF2AA-7C00-4ECB-8E8E-F9D86B073767}" destId="{972278DA-F6F2-45B6-B095-16915583DEF6}" srcOrd="0" destOrd="2" presId="urn:microsoft.com/office/officeart/2005/8/layout/hList1"/>
    <dgm:cxn modelId="{C879267E-52B6-4BFA-A244-F6D3FDD6E6F1}" srcId="{E9EC57C3-2119-49D4-9741-6FC85756EF46}" destId="{239C9AEE-C2E9-4EB4-BC27-E84F9208AFAE}" srcOrd="2" destOrd="0" parTransId="{1555087A-2149-4790-BCA2-DCD277625316}" sibTransId="{F3998774-8ECD-45AA-9734-F78649075B7F}"/>
    <dgm:cxn modelId="{82BD5E71-5F61-48C2-A25E-86C60FBCE973}" srcId="{239C9AEE-C2E9-4EB4-BC27-E84F9208AFAE}" destId="{3E1CF2AA-7C00-4ECB-8E8E-F9D86B073767}" srcOrd="2" destOrd="0" parTransId="{0A9E2ADE-EEBE-4824-A42F-454F66B1E4B7}" sibTransId="{1FFD90BB-0EBB-417E-898B-6D7030EB0B15}"/>
    <dgm:cxn modelId="{1DCD7864-9337-4266-A69E-4331FDACB77D}" type="presOf" srcId="{18DCD47F-0CDC-4504-BDBD-EAF994A964E3}" destId="{887E1D47-EA7C-4DBD-AAE6-7A4E7D56A33D}" srcOrd="0" destOrd="1" presId="urn:microsoft.com/office/officeart/2005/8/layout/hList1"/>
    <dgm:cxn modelId="{F2D29E18-4A8E-4206-93E4-3087A4000065}" srcId="{CCB94CE9-036C-4344-8F72-DC49A6C92A75}" destId="{711CFEDA-D059-4229-9CC6-056C16570713}" srcOrd="0" destOrd="0" parTransId="{9064461C-5F7D-4DC4-A3F4-36788DAE0A00}" sibTransId="{F9F9B77A-12D1-4E4D-B8B9-EC7C361E0881}"/>
    <dgm:cxn modelId="{EBAD11C9-8514-4E27-8637-FADF088CE704}" type="presOf" srcId="{DF5C9C72-8944-456A-BAC3-EEF8ED867729}" destId="{887E1D47-EA7C-4DBD-AAE6-7A4E7D56A33D}" srcOrd="0" destOrd="0" presId="urn:microsoft.com/office/officeart/2005/8/layout/hList1"/>
    <dgm:cxn modelId="{B557ECFD-4E9D-4DCB-8E83-0D70965459E1}" type="presParOf" srcId="{2CB26EB1-828E-46B1-848D-CA062BADBB52}" destId="{1E97601F-B6E7-4007-9F76-92CC8C5B4F2B}" srcOrd="0" destOrd="0" presId="urn:microsoft.com/office/officeart/2005/8/layout/hList1"/>
    <dgm:cxn modelId="{A92BCA99-8A9B-41D9-B7EB-52B4B9423C86}" type="presParOf" srcId="{1E97601F-B6E7-4007-9F76-92CC8C5B4F2B}" destId="{A88D34F9-123E-4C12-846E-19AFEC648FBD}" srcOrd="0" destOrd="0" presId="urn:microsoft.com/office/officeart/2005/8/layout/hList1"/>
    <dgm:cxn modelId="{A95D1250-341C-4EEC-8860-ED16EE95E72C}" type="presParOf" srcId="{1E97601F-B6E7-4007-9F76-92CC8C5B4F2B}" destId="{3E9E07FA-685D-44C5-A093-D959270CDDDD}" srcOrd="1" destOrd="0" presId="urn:microsoft.com/office/officeart/2005/8/layout/hList1"/>
    <dgm:cxn modelId="{912ADF0F-6FEB-4A42-BF8E-9C2E2942E24D}" type="presParOf" srcId="{2CB26EB1-828E-46B1-848D-CA062BADBB52}" destId="{31615C51-C7E7-4E72-815E-7D8EE73ED243}" srcOrd="1" destOrd="0" presId="urn:microsoft.com/office/officeart/2005/8/layout/hList1"/>
    <dgm:cxn modelId="{DC3BE565-A7C4-41BA-AAEA-A070774DF8C8}" type="presParOf" srcId="{2CB26EB1-828E-46B1-848D-CA062BADBB52}" destId="{F6E4579B-84C9-4DA1-B340-2B17DEB49A17}" srcOrd="2" destOrd="0" presId="urn:microsoft.com/office/officeart/2005/8/layout/hList1"/>
    <dgm:cxn modelId="{382086E5-6AD9-4FA8-BF03-E1C1A577A179}" type="presParOf" srcId="{F6E4579B-84C9-4DA1-B340-2B17DEB49A17}" destId="{C22FEDB9-95ED-45E5-987A-918B5EACA92D}" srcOrd="0" destOrd="0" presId="urn:microsoft.com/office/officeart/2005/8/layout/hList1"/>
    <dgm:cxn modelId="{188A6A45-4BDE-4D76-8D41-25526D491273}" type="presParOf" srcId="{F6E4579B-84C9-4DA1-B340-2B17DEB49A17}" destId="{887E1D47-EA7C-4DBD-AAE6-7A4E7D56A33D}" srcOrd="1" destOrd="0" presId="urn:microsoft.com/office/officeart/2005/8/layout/hList1"/>
    <dgm:cxn modelId="{9D5FE23D-4384-4DEB-88B4-128DC4A80198}" type="presParOf" srcId="{2CB26EB1-828E-46B1-848D-CA062BADBB52}" destId="{689A51D7-52E8-4E4E-B8CA-4C46E1A31954}" srcOrd="3" destOrd="0" presId="urn:microsoft.com/office/officeart/2005/8/layout/hList1"/>
    <dgm:cxn modelId="{3F1F3C97-E9B3-44B1-9FFA-C61419BEACBF}" type="presParOf" srcId="{2CB26EB1-828E-46B1-848D-CA062BADBB52}" destId="{0F15E558-DBEF-4988-B684-E678029AB9AC}" srcOrd="4" destOrd="0" presId="urn:microsoft.com/office/officeart/2005/8/layout/hList1"/>
    <dgm:cxn modelId="{5E36B162-AACC-4AB5-90DD-92058D7A1C35}" type="presParOf" srcId="{0F15E558-DBEF-4988-B684-E678029AB9AC}" destId="{EDA5A033-B7BA-428F-ABC3-01BCAA43165C}" srcOrd="0" destOrd="0" presId="urn:microsoft.com/office/officeart/2005/8/layout/hList1"/>
    <dgm:cxn modelId="{DA926546-2C53-43E4-92F6-ED049F089DEE}" type="presParOf" srcId="{0F15E558-DBEF-4988-B684-E678029AB9AC}" destId="{972278DA-F6F2-45B6-B095-16915583DE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427956-CE96-40ED-988A-93A83940511A}" type="doc">
      <dgm:prSet loTypeId="urn:microsoft.com/office/officeart/2005/8/layout/cycle3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3C0A8-6B7C-4321-9030-8814782DB77E}">
      <dgm:prSet phldrT="[Text]"/>
      <dgm:spPr/>
      <dgm:t>
        <a:bodyPr/>
        <a:lstStyle/>
        <a:p>
          <a:r>
            <a:rPr lang="en-US" dirty="0" smtClean="0"/>
            <a:t>Create a feature branch</a:t>
          </a:r>
          <a:endParaRPr lang="en-US" dirty="0"/>
        </a:p>
      </dgm:t>
    </dgm:pt>
    <dgm:pt modelId="{052C198B-962A-43DD-837D-F4F53A636536}" type="parTrans" cxnId="{8DA6A341-EEAF-483C-B4BC-276CD15CF995}">
      <dgm:prSet/>
      <dgm:spPr/>
      <dgm:t>
        <a:bodyPr/>
        <a:lstStyle/>
        <a:p>
          <a:endParaRPr lang="en-US"/>
        </a:p>
      </dgm:t>
    </dgm:pt>
    <dgm:pt modelId="{8679ADD4-0449-47CA-B74A-7866CCAD6C17}" type="sibTrans" cxnId="{8DA6A341-EEAF-483C-B4BC-276CD15CF995}">
      <dgm:prSet/>
      <dgm:spPr/>
      <dgm:t>
        <a:bodyPr/>
        <a:lstStyle/>
        <a:p>
          <a:endParaRPr lang="en-US"/>
        </a:p>
      </dgm:t>
    </dgm:pt>
    <dgm:pt modelId="{2DF30BA0-9D90-4375-9611-885942D9D1EC}">
      <dgm:prSet phldrT="[Text]"/>
      <dgm:spPr/>
      <dgm:t>
        <a:bodyPr/>
        <a:lstStyle/>
        <a:p>
          <a:r>
            <a:rPr lang="en-US" dirty="0" smtClean="0"/>
            <a:t>Change back to </a:t>
          </a:r>
          <a:r>
            <a:rPr lang="en-US" b="1" dirty="0" smtClean="0"/>
            <a:t>working</a:t>
          </a:r>
          <a:endParaRPr lang="en-US" b="1" dirty="0"/>
        </a:p>
      </dgm:t>
    </dgm:pt>
    <dgm:pt modelId="{53321599-D506-4C10-B97E-BAAA66433BB2}" type="parTrans" cxnId="{83547807-F6FB-42B5-8694-858A8502F8E5}">
      <dgm:prSet/>
      <dgm:spPr/>
      <dgm:t>
        <a:bodyPr/>
        <a:lstStyle/>
        <a:p>
          <a:endParaRPr lang="en-US"/>
        </a:p>
      </dgm:t>
    </dgm:pt>
    <dgm:pt modelId="{0A61E81D-E5E4-4A75-BFF4-4F8474F0FD8A}" type="sibTrans" cxnId="{83547807-F6FB-42B5-8694-858A8502F8E5}">
      <dgm:prSet/>
      <dgm:spPr/>
      <dgm:t>
        <a:bodyPr/>
        <a:lstStyle/>
        <a:p>
          <a:endParaRPr lang="en-US"/>
        </a:p>
      </dgm:t>
    </dgm:pt>
    <dgm:pt modelId="{CF321215-F69A-459E-84DE-937B7CFE0776}">
      <dgm:prSet phldrT="[Text]"/>
      <dgm:spPr/>
      <dgm:t>
        <a:bodyPr/>
        <a:lstStyle/>
        <a:p>
          <a:r>
            <a:rPr lang="en-US" dirty="0" smtClean="0"/>
            <a:t>Loop the Write Code Workflow</a:t>
          </a:r>
          <a:endParaRPr lang="en-US" dirty="0"/>
        </a:p>
      </dgm:t>
    </dgm:pt>
    <dgm:pt modelId="{EAB91F8E-1A01-440D-9362-5BEB80AF4277}" type="parTrans" cxnId="{1E8CF7CA-47E8-422F-940B-9D781CB56E59}">
      <dgm:prSet/>
      <dgm:spPr/>
      <dgm:t>
        <a:bodyPr/>
        <a:lstStyle/>
        <a:p>
          <a:endParaRPr lang="en-US"/>
        </a:p>
      </dgm:t>
    </dgm:pt>
    <dgm:pt modelId="{689BFDED-5234-4334-9CBB-4B58D3F0A76C}" type="sibTrans" cxnId="{1E8CF7CA-47E8-422F-940B-9D781CB56E59}">
      <dgm:prSet/>
      <dgm:spPr/>
      <dgm:t>
        <a:bodyPr/>
        <a:lstStyle/>
        <a:p>
          <a:endParaRPr lang="en-US"/>
        </a:p>
      </dgm:t>
    </dgm:pt>
    <dgm:pt modelId="{B04498D5-CB4B-4181-8A7C-D2A96C96F436}">
      <dgm:prSet phldrT="[Text]"/>
      <dgm:spPr/>
      <dgm:t>
        <a:bodyPr/>
        <a:lstStyle/>
        <a:p>
          <a:r>
            <a:rPr lang="en-US" b="0" dirty="0" smtClean="0"/>
            <a:t>Merge in your changes</a:t>
          </a:r>
          <a:endParaRPr lang="en-US" b="0" dirty="0"/>
        </a:p>
      </dgm:t>
    </dgm:pt>
    <dgm:pt modelId="{9330F619-A78B-4E55-82C9-986EB0A7FE8E}" type="parTrans" cxnId="{5C9C2980-63AF-4F86-91FB-AC60A3245F4C}">
      <dgm:prSet/>
      <dgm:spPr/>
      <dgm:t>
        <a:bodyPr/>
        <a:lstStyle/>
        <a:p>
          <a:endParaRPr lang="en-US"/>
        </a:p>
      </dgm:t>
    </dgm:pt>
    <dgm:pt modelId="{51E6FFF7-A35B-43DC-B7CF-49B32EA07AC5}" type="sibTrans" cxnId="{5C9C2980-63AF-4F86-91FB-AC60A3245F4C}">
      <dgm:prSet/>
      <dgm:spPr/>
      <dgm:t>
        <a:bodyPr/>
        <a:lstStyle/>
        <a:p>
          <a:endParaRPr lang="en-US"/>
        </a:p>
      </dgm:t>
    </dgm:pt>
    <dgm:pt modelId="{3FEECA87-1EBF-4FFB-B16F-CDA90A94B5C4}" type="pres">
      <dgm:prSet presAssocID="{30427956-CE96-40ED-988A-93A8394051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704B27-4F72-4528-B03F-4B552B506DEF}" type="pres">
      <dgm:prSet presAssocID="{30427956-CE96-40ED-988A-93A83940511A}" presName="cycle" presStyleCnt="0"/>
      <dgm:spPr/>
    </dgm:pt>
    <dgm:pt modelId="{552CC2B6-E1A7-41B2-BED3-EC118904C862}" type="pres">
      <dgm:prSet presAssocID="{9813C0A8-6B7C-4321-9030-8814782DB77E}" presName="nodeFirs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5EC14-0F59-4002-84D4-9A51B298F6BA}" type="pres">
      <dgm:prSet presAssocID="{8679ADD4-0449-47CA-B74A-7866CCAD6C17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8E750133-B72E-4D9A-AEFC-DEA8034DBBAA}" type="pres">
      <dgm:prSet presAssocID="{CF321215-F69A-459E-84DE-937B7CFE0776}" presName="nodeFollowingNodes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2CB897-987C-458D-AFD5-0455E375271C}" type="pres">
      <dgm:prSet presAssocID="{2DF30BA0-9D90-4375-9611-885942D9D1EC}" presName="nodeFollowingNodes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7E8B4F-8482-4471-BA7C-EC691CCDCEAF}" type="pres">
      <dgm:prSet presAssocID="{B04498D5-CB4B-4181-8A7C-D2A96C96F436}" presName="nodeFollowingNodes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49CD0F-4291-454D-BE14-4380E50BDF9F}" type="presOf" srcId="{30427956-CE96-40ED-988A-93A83940511A}" destId="{3FEECA87-1EBF-4FFB-B16F-CDA90A94B5C4}" srcOrd="0" destOrd="0" presId="urn:microsoft.com/office/officeart/2005/8/layout/cycle3"/>
    <dgm:cxn modelId="{3C060564-96C3-401E-936F-8E182D0724B8}" type="presOf" srcId="{9813C0A8-6B7C-4321-9030-8814782DB77E}" destId="{552CC2B6-E1A7-41B2-BED3-EC118904C862}" srcOrd="0" destOrd="0" presId="urn:microsoft.com/office/officeart/2005/8/layout/cycle3"/>
    <dgm:cxn modelId="{F9CD3C3B-8C47-4E21-8C25-B9BD63E6B206}" type="presOf" srcId="{B04498D5-CB4B-4181-8A7C-D2A96C96F436}" destId="{B77E8B4F-8482-4471-BA7C-EC691CCDCEAF}" srcOrd="0" destOrd="0" presId="urn:microsoft.com/office/officeart/2005/8/layout/cycle3"/>
    <dgm:cxn modelId="{5C9C2980-63AF-4F86-91FB-AC60A3245F4C}" srcId="{30427956-CE96-40ED-988A-93A83940511A}" destId="{B04498D5-CB4B-4181-8A7C-D2A96C96F436}" srcOrd="3" destOrd="0" parTransId="{9330F619-A78B-4E55-82C9-986EB0A7FE8E}" sibTransId="{51E6FFF7-A35B-43DC-B7CF-49B32EA07AC5}"/>
    <dgm:cxn modelId="{83547807-F6FB-42B5-8694-858A8502F8E5}" srcId="{30427956-CE96-40ED-988A-93A83940511A}" destId="{2DF30BA0-9D90-4375-9611-885942D9D1EC}" srcOrd="2" destOrd="0" parTransId="{53321599-D506-4C10-B97E-BAAA66433BB2}" sibTransId="{0A61E81D-E5E4-4A75-BFF4-4F8474F0FD8A}"/>
    <dgm:cxn modelId="{F12765AB-63DB-45C4-906E-708091768D4C}" type="presOf" srcId="{8679ADD4-0449-47CA-B74A-7866CCAD6C17}" destId="{B5A5EC14-0F59-4002-84D4-9A51B298F6BA}" srcOrd="0" destOrd="0" presId="urn:microsoft.com/office/officeart/2005/8/layout/cycle3"/>
    <dgm:cxn modelId="{FACD127F-834C-4871-B6C2-6670C089B827}" type="presOf" srcId="{2DF30BA0-9D90-4375-9611-885942D9D1EC}" destId="{532CB897-987C-458D-AFD5-0455E375271C}" srcOrd="0" destOrd="0" presId="urn:microsoft.com/office/officeart/2005/8/layout/cycle3"/>
    <dgm:cxn modelId="{8DA6A341-EEAF-483C-B4BC-276CD15CF995}" srcId="{30427956-CE96-40ED-988A-93A83940511A}" destId="{9813C0A8-6B7C-4321-9030-8814782DB77E}" srcOrd="0" destOrd="0" parTransId="{052C198B-962A-43DD-837D-F4F53A636536}" sibTransId="{8679ADD4-0449-47CA-B74A-7866CCAD6C17}"/>
    <dgm:cxn modelId="{1E8CF7CA-47E8-422F-940B-9D781CB56E59}" srcId="{30427956-CE96-40ED-988A-93A83940511A}" destId="{CF321215-F69A-459E-84DE-937B7CFE0776}" srcOrd="1" destOrd="0" parTransId="{EAB91F8E-1A01-440D-9362-5BEB80AF4277}" sibTransId="{689BFDED-5234-4334-9CBB-4B58D3F0A76C}"/>
    <dgm:cxn modelId="{E5930BCC-654A-4110-B3A0-FEBEC28831CC}" type="presOf" srcId="{CF321215-F69A-459E-84DE-937B7CFE0776}" destId="{8E750133-B72E-4D9A-AEFC-DEA8034DBBAA}" srcOrd="0" destOrd="0" presId="urn:microsoft.com/office/officeart/2005/8/layout/cycle3"/>
    <dgm:cxn modelId="{32E754BE-A686-4696-8CD3-5C4D3E706475}" type="presParOf" srcId="{3FEECA87-1EBF-4FFB-B16F-CDA90A94B5C4}" destId="{78704B27-4F72-4528-B03F-4B552B506DEF}" srcOrd="0" destOrd="0" presId="urn:microsoft.com/office/officeart/2005/8/layout/cycle3"/>
    <dgm:cxn modelId="{E218F51B-0A53-476E-B282-E98C08B65031}" type="presParOf" srcId="{78704B27-4F72-4528-B03F-4B552B506DEF}" destId="{552CC2B6-E1A7-41B2-BED3-EC118904C862}" srcOrd="0" destOrd="0" presId="urn:microsoft.com/office/officeart/2005/8/layout/cycle3"/>
    <dgm:cxn modelId="{388CC4E4-CDEF-4AFD-B815-9062C7BE7614}" type="presParOf" srcId="{78704B27-4F72-4528-B03F-4B552B506DEF}" destId="{B5A5EC14-0F59-4002-84D4-9A51B298F6BA}" srcOrd="1" destOrd="0" presId="urn:microsoft.com/office/officeart/2005/8/layout/cycle3"/>
    <dgm:cxn modelId="{4F0AFC8B-AFD1-4970-BA8D-ADCDF3B9855E}" type="presParOf" srcId="{78704B27-4F72-4528-B03F-4B552B506DEF}" destId="{8E750133-B72E-4D9A-AEFC-DEA8034DBBAA}" srcOrd="2" destOrd="0" presId="urn:microsoft.com/office/officeart/2005/8/layout/cycle3"/>
    <dgm:cxn modelId="{41718F56-8763-4387-B1BE-99EAAC2643EE}" type="presParOf" srcId="{78704B27-4F72-4528-B03F-4B552B506DEF}" destId="{532CB897-987C-458D-AFD5-0455E375271C}" srcOrd="3" destOrd="0" presId="urn:microsoft.com/office/officeart/2005/8/layout/cycle3"/>
    <dgm:cxn modelId="{44B55461-D148-47A4-9492-20907425C843}" type="presParOf" srcId="{78704B27-4F72-4528-B03F-4B552B506DEF}" destId="{B77E8B4F-8482-4471-BA7C-EC691CCDCEAF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427956-CE96-40ED-988A-93A83940511A}" type="doc">
      <dgm:prSet loTypeId="urn:microsoft.com/office/officeart/2005/8/layout/cycle3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3C0A8-6B7C-4321-9030-8814782DB77E}">
      <dgm:prSet phldrT="[Text]"/>
      <dgm:spPr/>
      <dgm:t>
        <a:bodyPr/>
        <a:lstStyle/>
        <a:p>
          <a:r>
            <a:rPr lang="en-US" dirty="0" err="1" smtClean="0"/>
            <a:t>git</a:t>
          </a:r>
          <a:r>
            <a:rPr lang="en-US" dirty="0" smtClean="0"/>
            <a:t> checkout -b &lt;feature&gt;</a:t>
          </a:r>
          <a:endParaRPr lang="en-US" dirty="0"/>
        </a:p>
      </dgm:t>
    </dgm:pt>
    <dgm:pt modelId="{052C198B-962A-43DD-837D-F4F53A636536}" type="parTrans" cxnId="{8DA6A341-EEAF-483C-B4BC-276CD15CF995}">
      <dgm:prSet/>
      <dgm:spPr/>
      <dgm:t>
        <a:bodyPr/>
        <a:lstStyle/>
        <a:p>
          <a:endParaRPr lang="en-US"/>
        </a:p>
      </dgm:t>
    </dgm:pt>
    <dgm:pt modelId="{8679ADD4-0449-47CA-B74A-7866CCAD6C17}" type="sibTrans" cxnId="{8DA6A341-EEAF-483C-B4BC-276CD15CF995}">
      <dgm:prSet/>
      <dgm:spPr/>
      <dgm:t>
        <a:bodyPr/>
        <a:lstStyle/>
        <a:p>
          <a:endParaRPr lang="en-US"/>
        </a:p>
      </dgm:t>
    </dgm:pt>
    <dgm:pt modelId="{2DF30BA0-9D90-4375-9611-885942D9D1EC}">
      <dgm:prSet phldrT="[Text]"/>
      <dgm:spPr/>
      <dgm:t>
        <a:bodyPr/>
        <a:lstStyle/>
        <a:p>
          <a:r>
            <a:rPr lang="en-US" dirty="0" err="1" smtClean="0"/>
            <a:t>git</a:t>
          </a:r>
          <a:r>
            <a:rPr lang="en-US" dirty="0" smtClean="0"/>
            <a:t> checkout working</a:t>
          </a:r>
          <a:endParaRPr lang="en-US" b="1" dirty="0"/>
        </a:p>
      </dgm:t>
    </dgm:pt>
    <dgm:pt modelId="{53321599-D506-4C10-B97E-BAAA66433BB2}" type="parTrans" cxnId="{83547807-F6FB-42B5-8694-858A8502F8E5}">
      <dgm:prSet/>
      <dgm:spPr/>
      <dgm:t>
        <a:bodyPr/>
        <a:lstStyle/>
        <a:p>
          <a:endParaRPr lang="en-US"/>
        </a:p>
      </dgm:t>
    </dgm:pt>
    <dgm:pt modelId="{0A61E81D-E5E4-4A75-BFF4-4F8474F0FD8A}" type="sibTrans" cxnId="{83547807-F6FB-42B5-8694-858A8502F8E5}">
      <dgm:prSet/>
      <dgm:spPr/>
      <dgm:t>
        <a:bodyPr/>
        <a:lstStyle/>
        <a:p>
          <a:endParaRPr lang="en-US"/>
        </a:p>
      </dgm:t>
    </dgm:pt>
    <dgm:pt modelId="{CF321215-F69A-459E-84DE-937B7CFE0776}">
      <dgm:prSet phldrT="[Text]"/>
      <dgm:spPr/>
      <dgm:t>
        <a:bodyPr/>
        <a:lstStyle/>
        <a:p>
          <a:r>
            <a:rPr lang="en-US" dirty="0" smtClean="0"/>
            <a:t>Loop the Write Code Workflow</a:t>
          </a:r>
          <a:endParaRPr lang="en-US" dirty="0"/>
        </a:p>
      </dgm:t>
    </dgm:pt>
    <dgm:pt modelId="{EAB91F8E-1A01-440D-9362-5BEB80AF4277}" type="parTrans" cxnId="{1E8CF7CA-47E8-422F-940B-9D781CB56E59}">
      <dgm:prSet/>
      <dgm:spPr/>
      <dgm:t>
        <a:bodyPr/>
        <a:lstStyle/>
        <a:p>
          <a:endParaRPr lang="en-US"/>
        </a:p>
      </dgm:t>
    </dgm:pt>
    <dgm:pt modelId="{689BFDED-5234-4334-9CBB-4B58D3F0A76C}" type="sibTrans" cxnId="{1E8CF7CA-47E8-422F-940B-9D781CB56E59}">
      <dgm:prSet/>
      <dgm:spPr/>
      <dgm:t>
        <a:bodyPr/>
        <a:lstStyle/>
        <a:p>
          <a:endParaRPr lang="en-US"/>
        </a:p>
      </dgm:t>
    </dgm:pt>
    <dgm:pt modelId="{B04498D5-CB4B-4181-8A7C-D2A96C96F436}">
      <dgm:prSet phldrT="[Text]"/>
      <dgm:spPr/>
      <dgm:t>
        <a:bodyPr/>
        <a:lstStyle/>
        <a:p>
          <a:r>
            <a:rPr lang="en-US" b="0" dirty="0" err="1" smtClean="0"/>
            <a:t>git</a:t>
          </a:r>
          <a:r>
            <a:rPr lang="en-US" b="0" dirty="0" smtClean="0"/>
            <a:t> merge &lt;feature&gt;</a:t>
          </a:r>
          <a:endParaRPr lang="en-US" b="0" dirty="0"/>
        </a:p>
      </dgm:t>
    </dgm:pt>
    <dgm:pt modelId="{9330F619-A78B-4E55-82C9-986EB0A7FE8E}" type="parTrans" cxnId="{5C9C2980-63AF-4F86-91FB-AC60A3245F4C}">
      <dgm:prSet/>
      <dgm:spPr/>
      <dgm:t>
        <a:bodyPr/>
        <a:lstStyle/>
        <a:p>
          <a:endParaRPr lang="en-US"/>
        </a:p>
      </dgm:t>
    </dgm:pt>
    <dgm:pt modelId="{51E6FFF7-A35B-43DC-B7CF-49B32EA07AC5}" type="sibTrans" cxnId="{5C9C2980-63AF-4F86-91FB-AC60A3245F4C}">
      <dgm:prSet/>
      <dgm:spPr/>
      <dgm:t>
        <a:bodyPr/>
        <a:lstStyle/>
        <a:p>
          <a:endParaRPr lang="en-US"/>
        </a:p>
      </dgm:t>
    </dgm:pt>
    <dgm:pt modelId="{3FEECA87-1EBF-4FFB-B16F-CDA90A94B5C4}" type="pres">
      <dgm:prSet presAssocID="{30427956-CE96-40ED-988A-93A8394051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704B27-4F72-4528-B03F-4B552B506DEF}" type="pres">
      <dgm:prSet presAssocID="{30427956-CE96-40ED-988A-93A83940511A}" presName="cycle" presStyleCnt="0"/>
      <dgm:spPr/>
    </dgm:pt>
    <dgm:pt modelId="{552CC2B6-E1A7-41B2-BED3-EC118904C862}" type="pres">
      <dgm:prSet presAssocID="{9813C0A8-6B7C-4321-9030-8814782DB77E}" presName="nodeFirs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5EC14-0F59-4002-84D4-9A51B298F6BA}" type="pres">
      <dgm:prSet presAssocID="{8679ADD4-0449-47CA-B74A-7866CCAD6C17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8E750133-B72E-4D9A-AEFC-DEA8034DBBAA}" type="pres">
      <dgm:prSet presAssocID="{CF321215-F69A-459E-84DE-937B7CFE0776}" presName="nodeFollowingNodes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2CB897-987C-458D-AFD5-0455E375271C}" type="pres">
      <dgm:prSet presAssocID="{2DF30BA0-9D90-4375-9611-885942D9D1EC}" presName="nodeFollowingNodes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7E8B4F-8482-4471-BA7C-EC691CCDCEAF}" type="pres">
      <dgm:prSet presAssocID="{B04498D5-CB4B-4181-8A7C-D2A96C96F436}" presName="nodeFollowingNodes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9C2980-63AF-4F86-91FB-AC60A3245F4C}" srcId="{30427956-CE96-40ED-988A-93A83940511A}" destId="{B04498D5-CB4B-4181-8A7C-D2A96C96F436}" srcOrd="3" destOrd="0" parTransId="{9330F619-A78B-4E55-82C9-986EB0A7FE8E}" sibTransId="{51E6FFF7-A35B-43DC-B7CF-49B32EA07AC5}"/>
    <dgm:cxn modelId="{83547807-F6FB-42B5-8694-858A8502F8E5}" srcId="{30427956-CE96-40ED-988A-93A83940511A}" destId="{2DF30BA0-9D90-4375-9611-885942D9D1EC}" srcOrd="2" destOrd="0" parTransId="{53321599-D506-4C10-B97E-BAAA66433BB2}" sibTransId="{0A61E81D-E5E4-4A75-BFF4-4F8474F0FD8A}"/>
    <dgm:cxn modelId="{0DCE4777-F81B-441F-B4C1-DC1C76EC2B80}" type="presOf" srcId="{B04498D5-CB4B-4181-8A7C-D2A96C96F436}" destId="{B77E8B4F-8482-4471-BA7C-EC691CCDCEAF}" srcOrd="0" destOrd="0" presId="urn:microsoft.com/office/officeart/2005/8/layout/cycle3"/>
    <dgm:cxn modelId="{B4AA4BA5-9A6A-43ED-AF27-0BB0510B985D}" type="presOf" srcId="{2DF30BA0-9D90-4375-9611-885942D9D1EC}" destId="{532CB897-987C-458D-AFD5-0455E375271C}" srcOrd="0" destOrd="0" presId="urn:microsoft.com/office/officeart/2005/8/layout/cycle3"/>
    <dgm:cxn modelId="{8DA6A341-EEAF-483C-B4BC-276CD15CF995}" srcId="{30427956-CE96-40ED-988A-93A83940511A}" destId="{9813C0A8-6B7C-4321-9030-8814782DB77E}" srcOrd="0" destOrd="0" parTransId="{052C198B-962A-43DD-837D-F4F53A636536}" sibTransId="{8679ADD4-0449-47CA-B74A-7866CCAD6C17}"/>
    <dgm:cxn modelId="{1E8CF7CA-47E8-422F-940B-9D781CB56E59}" srcId="{30427956-CE96-40ED-988A-93A83940511A}" destId="{CF321215-F69A-459E-84DE-937B7CFE0776}" srcOrd="1" destOrd="0" parTransId="{EAB91F8E-1A01-440D-9362-5BEB80AF4277}" sibTransId="{689BFDED-5234-4334-9CBB-4B58D3F0A76C}"/>
    <dgm:cxn modelId="{48434130-AA2B-4995-8748-FC880AA46785}" type="presOf" srcId="{CF321215-F69A-459E-84DE-937B7CFE0776}" destId="{8E750133-B72E-4D9A-AEFC-DEA8034DBBAA}" srcOrd="0" destOrd="0" presId="urn:microsoft.com/office/officeart/2005/8/layout/cycle3"/>
    <dgm:cxn modelId="{0F727B0E-76F6-42F7-89B5-3C8DE470BAB8}" type="presOf" srcId="{30427956-CE96-40ED-988A-93A83940511A}" destId="{3FEECA87-1EBF-4FFB-B16F-CDA90A94B5C4}" srcOrd="0" destOrd="0" presId="urn:microsoft.com/office/officeart/2005/8/layout/cycle3"/>
    <dgm:cxn modelId="{6743EDAE-18EA-4DDB-A0BC-DA50E6E40202}" type="presOf" srcId="{8679ADD4-0449-47CA-B74A-7866CCAD6C17}" destId="{B5A5EC14-0F59-4002-84D4-9A51B298F6BA}" srcOrd="0" destOrd="0" presId="urn:microsoft.com/office/officeart/2005/8/layout/cycle3"/>
    <dgm:cxn modelId="{31322E1C-7850-448C-B1ED-2421C4847505}" type="presOf" srcId="{9813C0A8-6B7C-4321-9030-8814782DB77E}" destId="{552CC2B6-E1A7-41B2-BED3-EC118904C862}" srcOrd="0" destOrd="0" presId="urn:microsoft.com/office/officeart/2005/8/layout/cycle3"/>
    <dgm:cxn modelId="{2206BD1F-8D25-459F-A47F-25A15C0EB297}" type="presParOf" srcId="{3FEECA87-1EBF-4FFB-B16F-CDA90A94B5C4}" destId="{78704B27-4F72-4528-B03F-4B552B506DEF}" srcOrd="0" destOrd="0" presId="urn:microsoft.com/office/officeart/2005/8/layout/cycle3"/>
    <dgm:cxn modelId="{0FC89E65-311F-415F-8A91-F965B0C4217E}" type="presParOf" srcId="{78704B27-4F72-4528-B03F-4B552B506DEF}" destId="{552CC2B6-E1A7-41B2-BED3-EC118904C862}" srcOrd="0" destOrd="0" presId="urn:microsoft.com/office/officeart/2005/8/layout/cycle3"/>
    <dgm:cxn modelId="{7F043CC9-5CE5-41C3-ADD4-E4255CEDB658}" type="presParOf" srcId="{78704B27-4F72-4528-B03F-4B552B506DEF}" destId="{B5A5EC14-0F59-4002-84D4-9A51B298F6BA}" srcOrd="1" destOrd="0" presId="urn:microsoft.com/office/officeart/2005/8/layout/cycle3"/>
    <dgm:cxn modelId="{6194E550-C8D7-404E-85D6-A4B7C215C6E3}" type="presParOf" srcId="{78704B27-4F72-4528-B03F-4B552B506DEF}" destId="{8E750133-B72E-4D9A-AEFC-DEA8034DBBAA}" srcOrd="2" destOrd="0" presId="urn:microsoft.com/office/officeart/2005/8/layout/cycle3"/>
    <dgm:cxn modelId="{DC354990-BA4B-4481-AE2A-2C4C1A9CAC3A}" type="presParOf" srcId="{78704B27-4F72-4528-B03F-4B552B506DEF}" destId="{532CB897-987C-458D-AFD5-0455E375271C}" srcOrd="3" destOrd="0" presId="urn:microsoft.com/office/officeart/2005/8/layout/cycle3"/>
    <dgm:cxn modelId="{7A287ABE-6FF2-4127-A3FD-088669F4CAE3}" type="presParOf" srcId="{78704B27-4F72-4528-B03F-4B552B506DEF}" destId="{B77E8B4F-8482-4471-BA7C-EC691CCDCEAF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EC57C3-2119-49D4-9741-6FC85756EF4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B94CE9-036C-4344-8F72-DC49A6C92A75}">
      <dgm:prSet phldrT="[Text]"/>
      <dgm:spPr/>
      <dgm:t>
        <a:bodyPr/>
        <a:lstStyle/>
        <a:p>
          <a:r>
            <a:rPr lang="en-US" dirty="0" smtClean="0"/>
            <a:t>Working Directory</a:t>
          </a:r>
          <a:endParaRPr lang="en-US" dirty="0"/>
        </a:p>
      </dgm:t>
    </dgm:pt>
    <dgm:pt modelId="{A2494B0C-ED24-4BC2-95CF-016ACD5557EB}" type="parTrans" cxnId="{D73E0F4B-D9A5-47D8-BF25-DCD8CCAC8403}">
      <dgm:prSet/>
      <dgm:spPr/>
      <dgm:t>
        <a:bodyPr/>
        <a:lstStyle/>
        <a:p>
          <a:endParaRPr lang="en-US"/>
        </a:p>
      </dgm:t>
    </dgm:pt>
    <dgm:pt modelId="{C8AE6555-EEA6-48DA-9C88-A7E6F4259E1C}" type="sibTrans" cxnId="{D73E0F4B-D9A5-47D8-BF25-DCD8CCAC8403}">
      <dgm:prSet/>
      <dgm:spPr/>
      <dgm:t>
        <a:bodyPr/>
        <a:lstStyle/>
        <a:p>
          <a:endParaRPr lang="en-US"/>
        </a:p>
      </dgm:t>
    </dgm:pt>
    <dgm:pt modelId="{711CFEDA-D059-4229-9CC6-056C16570713}">
      <dgm:prSet phldrT="[Text]"/>
      <dgm:spPr/>
      <dgm:t>
        <a:bodyPr/>
        <a:lstStyle/>
        <a:p>
          <a:r>
            <a:rPr lang="en-US" dirty="0" smtClean="0"/>
            <a:t>Holds Your Files</a:t>
          </a:r>
          <a:endParaRPr lang="en-US" dirty="0"/>
        </a:p>
      </dgm:t>
    </dgm:pt>
    <dgm:pt modelId="{9064461C-5F7D-4DC4-A3F4-36788DAE0A00}" type="parTrans" cxnId="{F2D29E18-4A8E-4206-93E4-3087A4000065}">
      <dgm:prSet/>
      <dgm:spPr/>
      <dgm:t>
        <a:bodyPr/>
        <a:lstStyle/>
        <a:p>
          <a:endParaRPr lang="en-US"/>
        </a:p>
      </dgm:t>
    </dgm:pt>
    <dgm:pt modelId="{F9F9B77A-12D1-4E4D-B8B9-EC7C361E0881}" type="sibTrans" cxnId="{F2D29E18-4A8E-4206-93E4-3087A4000065}">
      <dgm:prSet/>
      <dgm:spPr/>
      <dgm:t>
        <a:bodyPr/>
        <a:lstStyle/>
        <a:p>
          <a:endParaRPr lang="en-US"/>
        </a:p>
      </dgm:t>
    </dgm:pt>
    <dgm:pt modelId="{7B5602D3-4FCA-4374-8A46-5584177DD9BE}">
      <dgm:prSet phldrT="[Text]"/>
      <dgm:spPr/>
      <dgm:t>
        <a:bodyPr/>
        <a:lstStyle/>
        <a:p>
          <a:r>
            <a:rPr lang="en-US" dirty="0" smtClean="0"/>
            <a:t>Can be freely edited, no locks!</a:t>
          </a:r>
          <a:endParaRPr lang="en-US" dirty="0"/>
        </a:p>
      </dgm:t>
    </dgm:pt>
    <dgm:pt modelId="{29F65A0B-5E9F-448A-9348-501E198E9674}" type="parTrans" cxnId="{E00BAECB-881C-466B-A460-C60B35C27924}">
      <dgm:prSet/>
      <dgm:spPr/>
      <dgm:t>
        <a:bodyPr/>
        <a:lstStyle/>
        <a:p>
          <a:endParaRPr lang="en-US"/>
        </a:p>
      </dgm:t>
    </dgm:pt>
    <dgm:pt modelId="{7AF73E08-2904-4A17-A8B8-9F02C713DC04}" type="sibTrans" cxnId="{E00BAECB-881C-466B-A460-C60B35C27924}">
      <dgm:prSet/>
      <dgm:spPr/>
      <dgm:t>
        <a:bodyPr/>
        <a:lstStyle/>
        <a:p>
          <a:endParaRPr lang="en-US"/>
        </a:p>
      </dgm:t>
    </dgm:pt>
    <dgm:pt modelId="{F41C99E5-1E78-49F1-99AD-9DEF5CDD3CB2}">
      <dgm:prSet phldrT="[Text]"/>
      <dgm:spPr/>
      <dgm:t>
        <a:bodyPr/>
        <a:lstStyle/>
        <a:p>
          <a:r>
            <a:rPr lang="en-US" dirty="0" smtClean="0"/>
            <a:t>Index</a:t>
          </a:r>
          <a:endParaRPr lang="en-US" dirty="0"/>
        </a:p>
      </dgm:t>
    </dgm:pt>
    <dgm:pt modelId="{2A3ED6A7-665B-4541-A87A-E39238198753}" type="parTrans" cxnId="{96E18378-2386-43FD-B5B9-CE1FBCDA4427}">
      <dgm:prSet/>
      <dgm:spPr/>
      <dgm:t>
        <a:bodyPr/>
        <a:lstStyle/>
        <a:p>
          <a:endParaRPr lang="en-US"/>
        </a:p>
      </dgm:t>
    </dgm:pt>
    <dgm:pt modelId="{D95A5644-2E9C-4C46-908D-66D25A52D848}" type="sibTrans" cxnId="{96E18378-2386-43FD-B5B9-CE1FBCDA4427}">
      <dgm:prSet/>
      <dgm:spPr/>
      <dgm:t>
        <a:bodyPr/>
        <a:lstStyle/>
        <a:p>
          <a:endParaRPr lang="en-US"/>
        </a:p>
      </dgm:t>
    </dgm:pt>
    <dgm:pt modelId="{DF5C9C72-8944-456A-BAC3-EEF8ED867729}">
      <dgm:prSet phldrT="[Text]"/>
      <dgm:spPr/>
      <dgm:t>
        <a:bodyPr/>
        <a:lstStyle/>
        <a:p>
          <a:r>
            <a:rPr lang="en-US" dirty="0" smtClean="0"/>
            <a:t>Contains files to be included in the next commit</a:t>
          </a:r>
          <a:endParaRPr lang="en-US" dirty="0"/>
        </a:p>
      </dgm:t>
    </dgm:pt>
    <dgm:pt modelId="{C2635804-4A93-4702-AE9C-42AEE596C712}" type="parTrans" cxnId="{1121BBA8-908A-46B4-B805-516700E51EBC}">
      <dgm:prSet/>
      <dgm:spPr/>
      <dgm:t>
        <a:bodyPr/>
        <a:lstStyle/>
        <a:p>
          <a:endParaRPr lang="en-US"/>
        </a:p>
      </dgm:t>
    </dgm:pt>
    <dgm:pt modelId="{E37D0F42-C6B2-4033-B5FF-106DCA0AF609}" type="sibTrans" cxnId="{1121BBA8-908A-46B4-B805-516700E51EBC}">
      <dgm:prSet/>
      <dgm:spPr/>
      <dgm:t>
        <a:bodyPr/>
        <a:lstStyle/>
        <a:p>
          <a:endParaRPr lang="en-US"/>
        </a:p>
      </dgm:t>
    </dgm:pt>
    <dgm:pt modelId="{18DCD47F-0CDC-4504-BDBD-EAF994A964E3}">
      <dgm:prSet phldrT="[Text]"/>
      <dgm:spPr/>
      <dgm:t>
        <a:bodyPr/>
        <a:lstStyle/>
        <a:p>
          <a:r>
            <a:rPr lang="en-US" dirty="0" smtClean="0"/>
            <a:t>“</a:t>
          </a:r>
          <a:r>
            <a:rPr lang="en-US" dirty="0" err="1" smtClean="0"/>
            <a:t>git</a:t>
          </a:r>
          <a:r>
            <a:rPr lang="en-US" dirty="0" smtClean="0"/>
            <a:t> add” puts files in the index</a:t>
          </a:r>
          <a:endParaRPr lang="en-US" dirty="0"/>
        </a:p>
      </dgm:t>
    </dgm:pt>
    <dgm:pt modelId="{506638E0-BE5F-4176-B319-E189DE4ADA57}" type="parTrans" cxnId="{CA180A04-39F7-43E6-95D2-784BF1397271}">
      <dgm:prSet/>
      <dgm:spPr/>
      <dgm:t>
        <a:bodyPr/>
        <a:lstStyle/>
        <a:p>
          <a:endParaRPr lang="en-US"/>
        </a:p>
      </dgm:t>
    </dgm:pt>
    <dgm:pt modelId="{5EA81F4A-9D2B-45A2-A0D5-B9D672897561}" type="sibTrans" cxnId="{CA180A04-39F7-43E6-95D2-784BF1397271}">
      <dgm:prSet/>
      <dgm:spPr/>
      <dgm:t>
        <a:bodyPr/>
        <a:lstStyle/>
        <a:p>
          <a:endParaRPr lang="en-US"/>
        </a:p>
      </dgm:t>
    </dgm:pt>
    <dgm:pt modelId="{239C9AEE-C2E9-4EB4-BC27-E84F9208AFAE}">
      <dgm:prSet phldrT="[Text]"/>
      <dgm:spPr/>
      <dgm:t>
        <a:bodyPr/>
        <a:lstStyle/>
        <a:p>
          <a:r>
            <a:rPr lang="en-US" dirty="0" smtClean="0"/>
            <a:t>Local Repository</a:t>
          </a:r>
          <a:endParaRPr lang="en-US" dirty="0"/>
        </a:p>
      </dgm:t>
    </dgm:pt>
    <dgm:pt modelId="{1555087A-2149-4790-BCA2-DCD277625316}" type="parTrans" cxnId="{C879267E-52B6-4BFA-A244-F6D3FDD6E6F1}">
      <dgm:prSet/>
      <dgm:spPr/>
      <dgm:t>
        <a:bodyPr/>
        <a:lstStyle/>
        <a:p>
          <a:endParaRPr lang="en-US"/>
        </a:p>
      </dgm:t>
    </dgm:pt>
    <dgm:pt modelId="{F3998774-8ECD-45AA-9734-F78649075B7F}" type="sibTrans" cxnId="{C879267E-52B6-4BFA-A244-F6D3FDD6E6F1}">
      <dgm:prSet/>
      <dgm:spPr/>
      <dgm:t>
        <a:bodyPr/>
        <a:lstStyle/>
        <a:p>
          <a:endParaRPr lang="en-US"/>
        </a:p>
      </dgm:t>
    </dgm:pt>
    <dgm:pt modelId="{60B28F44-6288-4FC8-92F2-4295EE218636}">
      <dgm:prSet phldrT="[Text]"/>
      <dgm:spPr/>
      <dgm:t>
        <a:bodyPr/>
        <a:lstStyle/>
        <a:p>
          <a:r>
            <a:rPr lang="en-US" dirty="0" smtClean="0"/>
            <a:t>Your history</a:t>
          </a:r>
          <a:endParaRPr lang="en-US" dirty="0"/>
        </a:p>
      </dgm:t>
    </dgm:pt>
    <dgm:pt modelId="{116E80BD-FC97-4C0C-BA64-581F0E4C23B4}" type="parTrans" cxnId="{B36BEFE1-EB5A-426C-BC4C-24539E9E4E45}">
      <dgm:prSet/>
      <dgm:spPr/>
      <dgm:t>
        <a:bodyPr/>
        <a:lstStyle/>
        <a:p>
          <a:endParaRPr lang="en-US"/>
        </a:p>
      </dgm:t>
    </dgm:pt>
    <dgm:pt modelId="{6225A663-0CCC-4D6E-B7C3-8693CECBB933}" type="sibTrans" cxnId="{B36BEFE1-EB5A-426C-BC4C-24539E9E4E45}">
      <dgm:prSet/>
      <dgm:spPr/>
      <dgm:t>
        <a:bodyPr/>
        <a:lstStyle/>
        <a:p>
          <a:endParaRPr lang="en-US"/>
        </a:p>
      </dgm:t>
    </dgm:pt>
    <dgm:pt modelId="{26D0A223-316C-4307-9A6D-53698C146143}">
      <dgm:prSet phldrT="[Text]"/>
      <dgm:spPr/>
      <dgm:t>
        <a:bodyPr/>
        <a:lstStyle/>
        <a:p>
          <a:r>
            <a:rPr lang="en-US" dirty="0" smtClean="0"/>
            <a:t>The most recent commit is called </a:t>
          </a:r>
          <a:r>
            <a:rPr lang="en-US" b="1" dirty="0" smtClean="0"/>
            <a:t>HEAD</a:t>
          </a:r>
          <a:endParaRPr lang="en-US" b="1" dirty="0"/>
        </a:p>
      </dgm:t>
    </dgm:pt>
    <dgm:pt modelId="{BE3F9E48-68B9-4D8D-A45F-058CE3216E13}" type="parTrans" cxnId="{EB2F2BE6-1C33-433D-AC03-0B9B8AF10452}">
      <dgm:prSet/>
      <dgm:spPr/>
      <dgm:t>
        <a:bodyPr/>
        <a:lstStyle/>
        <a:p>
          <a:endParaRPr lang="en-US"/>
        </a:p>
      </dgm:t>
    </dgm:pt>
    <dgm:pt modelId="{BCCBAB60-4E9A-4745-BB24-0468C495AC63}" type="sibTrans" cxnId="{EB2F2BE6-1C33-433D-AC03-0B9B8AF10452}">
      <dgm:prSet/>
      <dgm:spPr/>
      <dgm:t>
        <a:bodyPr/>
        <a:lstStyle/>
        <a:p>
          <a:endParaRPr lang="en-US"/>
        </a:p>
      </dgm:t>
    </dgm:pt>
    <dgm:pt modelId="{3E1CF2AA-7C00-4ECB-8E8E-F9D86B073767}">
      <dgm:prSet phldrT="[Text]"/>
      <dgm:spPr/>
      <dgm:t>
        <a:bodyPr/>
        <a:lstStyle/>
        <a:p>
          <a:r>
            <a:rPr lang="en-US" b="0" dirty="0" smtClean="0"/>
            <a:t>“</a:t>
          </a:r>
          <a:r>
            <a:rPr lang="en-US" b="0" dirty="0" err="1" smtClean="0"/>
            <a:t>git</a:t>
          </a:r>
          <a:r>
            <a:rPr lang="en-US" b="0" dirty="0" smtClean="0"/>
            <a:t> commit” creates a commit, which is then </a:t>
          </a:r>
          <a:r>
            <a:rPr lang="en-US" b="1" dirty="0" smtClean="0"/>
            <a:t>HEAD</a:t>
          </a:r>
          <a:endParaRPr lang="en-US" b="1" dirty="0"/>
        </a:p>
      </dgm:t>
    </dgm:pt>
    <dgm:pt modelId="{0A9E2ADE-EEBE-4824-A42F-454F66B1E4B7}" type="parTrans" cxnId="{82BD5E71-5F61-48C2-A25E-86C60FBCE973}">
      <dgm:prSet/>
      <dgm:spPr/>
      <dgm:t>
        <a:bodyPr/>
        <a:lstStyle/>
        <a:p>
          <a:endParaRPr lang="en-US"/>
        </a:p>
      </dgm:t>
    </dgm:pt>
    <dgm:pt modelId="{1FFD90BB-0EBB-417E-898B-6D7030EB0B15}" type="sibTrans" cxnId="{82BD5E71-5F61-48C2-A25E-86C60FBCE973}">
      <dgm:prSet/>
      <dgm:spPr/>
      <dgm:t>
        <a:bodyPr/>
        <a:lstStyle/>
        <a:p>
          <a:endParaRPr lang="en-US"/>
        </a:p>
      </dgm:t>
    </dgm:pt>
    <dgm:pt modelId="{FEA72A25-DF59-43A4-A7A1-EE2D86E77CE7}">
      <dgm:prSet phldrT="[Text]"/>
      <dgm:spPr/>
      <dgm:t>
        <a:bodyPr/>
        <a:lstStyle/>
        <a:p>
          <a:r>
            <a:rPr lang="en-US" dirty="0" smtClean="0"/>
            <a:t>“</a:t>
          </a:r>
          <a:r>
            <a:rPr lang="en-US" dirty="0" err="1" smtClean="0"/>
            <a:t>git</a:t>
          </a:r>
          <a:r>
            <a:rPr lang="en-US" dirty="0" smtClean="0"/>
            <a:t> </a:t>
          </a:r>
          <a:r>
            <a:rPr lang="en-US" dirty="0" err="1" smtClean="0"/>
            <a:t>init</a:t>
          </a:r>
          <a:r>
            <a:rPr lang="en-US" dirty="0" smtClean="0"/>
            <a:t>” turns any directory into a new repository</a:t>
          </a:r>
          <a:endParaRPr lang="en-US" dirty="0"/>
        </a:p>
      </dgm:t>
    </dgm:pt>
    <dgm:pt modelId="{C15D949E-27DA-4656-8FF3-3D5833426D9A}" type="parTrans" cxnId="{9F4A3E86-4CC1-4714-86FD-950226C16711}">
      <dgm:prSet/>
      <dgm:spPr/>
      <dgm:t>
        <a:bodyPr/>
        <a:lstStyle/>
        <a:p>
          <a:endParaRPr lang="en-US"/>
        </a:p>
      </dgm:t>
    </dgm:pt>
    <dgm:pt modelId="{95F0A76A-49E9-46FE-98C1-B0C5D0ED1C84}" type="sibTrans" cxnId="{9F4A3E86-4CC1-4714-86FD-950226C16711}">
      <dgm:prSet/>
      <dgm:spPr/>
      <dgm:t>
        <a:bodyPr/>
        <a:lstStyle/>
        <a:p>
          <a:endParaRPr lang="en-US"/>
        </a:p>
      </dgm:t>
    </dgm:pt>
    <dgm:pt modelId="{2CB26EB1-828E-46B1-848D-CA062BADBB52}" type="pres">
      <dgm:prSet presAssocID="{E9EC57C3-2119-49D4-9741-6FC85756EF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97601F-B6E7-4007-9F76-92CC8C5B4F2B}" type="pres">
      <dgm:prSet presAssocID="{CCB94CE9-036C-4344-8F72-DC49A6C92A75}" presName="composite" presStyleCnt="0"/>
      <dgm:spPr/>
    </dgm:pt>
    <dgm:pt modelId="{A88D34F9-123E-4C12-846E-19AFEC648FBD}" type="pres">
      <dgm:prSet presAssocID="{CCB94CE9-036C-4344-8F72-DC49A6C92A7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9E07FA-685D-44C5-A093-D959270CDDDD}" type="pres">
      <dgm:prSet presAssocID="{CCB94CE9-036C-4344-8F72-DC49A6C92A7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615C51-C7E7-4E72-815E-7D8EE73ED243}" type="pres">
      <dgm:prSet presAssocID="{C8AE6555-EEA6-48DA-9C88-A7E6F4259E1C}" presName="space" presStyleCnt="0"/>
      <dgm:spPr/>
    </dgm:pt>
    <dgm:pt modelId="{F6E4579B-84C9-4DA1-B340-2B17DEB49A17}" type="pres">
      <dgm:prSet presAssocID="{F41C99E5-1E78-49F1-99AD-9DEF5CDD3CB2}" presName="composite" presStyleCnt="0"/>
      <dgm:spPr/>
    </dgm:pt>
    <dgm:pt modelId="{C22FEDB9-95ED-45E5-987A-918B5EACA92D}" type="pres">
      <dgm:prSet presAssocID="{F41C99E5-1E78-49F1-99AD-9DEF5CDD3CB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E1D47-EA7C-4DBD-AAE6-7A4E7D56A33D}" type="pres">
      <dgm:prSet presAssocID="{F41C99E5-1E78-49F1-99AD-9DEF5CDD3CB2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9A51D7-52E8-4E4E-B8CA-4C46E1A31954}" type="pres">
      <dgm:prSet presAssocID="{D95A5644-2E9C-4C46-908D-66D25A52D848}" presName="space" presStyleCnt="0"/>
      <dgm:spPr/>
    </dgm:pt>
    <dgm:pt modelId="{0F15E558-DBEF-4988-B684-E678029AB9AC}" type="pres">
      <dgm:prSet presAssocID="{239C9AEE-C2E9-4EB4-BC27-E84F9208AFAE}" presName="composite" presStyleCnt="0"/>
      <dgm:spPr/>
    </dgm:pt>
    <dgm:pt modelId="{EDA5A033-B7BA-428F-ABC3-01BCAA43165C}" type="pres">
      <dgm:prSet presAssocID="{239C9AEE-C2E9-4EB4-BC27-E84F9208AFA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78DA-F6F2-45B6-B095-16915583DEF6}" type="pres">
      <dgm:prSet presAssocID="{239C9AEE-C2E9-4EB4-BC27-E84F9208AFAE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B2F2BE6-1C33-433D-AC03-0B9B8AF10452}" srcId="{239C9AEE-C2E9-4EB4-BC27-E84F9208AFAE}" destId="{26D0A223-316C-4307-9A6D-53698C146143}" srcOrd="1" destOrd="0" parTransId="{BE3F9E48-68B9-4D8D-A45F-058CE3216E13}" sibTransId="{BCCBAB60-4E9A-4745-BB24-0468C495AC63}"/>
    <dgm:cxn modelId="{F82BF598-945A-4613-9A58-B11421AD3845}" type="presOf" srcId="{CCB94CE9-036C-4344-8F72-DC49A6C92A75}" destId="{A88D34F9-123E-4C12-846E-19AFEC648FBD}" srcOrd="0" destOrd="0" presId="urn:microsoft.com/office/officeart/2005/8/layout/hList1"/>
    <dgm:cxn modelId="{1121BBA8-908A-46B4-B805-516700E51EBC}" srcId="{F41C99E5-1E78-49F1-99AD-9DEF5CDD3CB2}" destId="{DF5C9C72-8944-456A-BAC3-EEF8ED867729}" srcOrd="0" destOrd="0" parTransId="{C2635804-4A93-4702-AE9C-42AEE596C712}" sibTransId="{E37D0F42-C6B2-4033-B5FF-106DCA0AF609}"/>
    <dgm:cxn modelId="{86AB5EC3-DF73-41DE-9806-3E70BADF41DF}" type="presOf" srcId="{26D0A223-316C-4307-9A6D-53698C146143}" destId="{972278DA-F6F2-45B6-B095-16915583DEF6}" srcOrd="0" destOrd="1" presId="urn:microsoft.com/office/officeart/2005/8/layout/hList1"/>
    <dgm:cxn modelId="{C879267E-52B6-4BFA-A244-F6D3FDD6E6F1}" srcId="{E9EC57C3-2119-49D4-9741-6FC85756EF46}" destId="{239C9AEE-C2E9-4EB4-BC27-E84F9208AFAE}" srcOrd="2" destOrd="0" parTransId="{1555087A-2149-4790-BCA2-DCD277625316}" sibTransId="{F3998774-8ECD-45AA-9734-F78649075B7F}"/>
    <dgm:cxn modelId="{C297C66A-9911-4296-86DA-7053DD1401EB}" type="presOf" srcId="{E9EC57C3-2119-49D4-9741-6FC85756EF46}" destId="{2CB26EB1-828E-46B1-848D-CA062BADBB52}" srcOrd="0" destOrd="0" presId="urn:microsoft.com/office/officeart/2005/8/layout/hList1"/>
    <dgm:cxn modelId="{CA180A04-39F7-43E6-95D2-784BF1397271}" srcId="{F41C99E5-1E78-49F1-99AD-9DEF5CDD3CB2}" destId="{18DCD47F-0CDC-4504-BDBD-EAF994A964E3}" srcOrd="1" destOrd="0" parTransId="{506638E0-BE5F-4176-B319-E189DE4ADA57}" sibTransId="{5EA81F4A-9D2B-45A2-A0D5-B9D672897561}"/>
    <dgm:cxn modelId="{70232A4E-8776-4500-BB5B-C92CDF9900ED}" type="presOf" srcId="{F41C99E5-1E78-49F1-99AD-9DEF5CDD3CB2}" destId="{C22FEDB9-95ED-45E5-987A-918B5EACA92D}" srcOrd="0" destOrd="0" presId="urn:microsoft.com/office/officeart/2005/8/layout/hList1"/>
    <dgm:cxn modelId="{B35C3EAA-0E9A-492C-BFFA-B318C1DE5E2B}" type="presOf" srcId="{FEA72A25-DF59-43A4-A7A1-EE2D86E77CE7}" destId="{3E9E07FA-685D-44C5-A093-D959270CDDDD}" srcOrd="0" destOrd="2" presId="urn:microsoft.com/office/officeart/2005/8/layout/hList1"/>
    <dgm:cxn modelId="{20E0910B-9AB8-4178-B198-3F7E630C735E}" type="presOf" srcId="{711CFEDA-D059-4229-9CC6-056C16570713}" destId="{3E9E07FA-685D-44C5-A093-D959270CDDDD}" srcOrd="0" destOrd="0" presId="urn:microsoft.com/office/officeart/2005/8/layout/hList1"/>
    <dgm:cxn modelId="{EE3001E6-A703-4A56-9BC4-4CDEC115EB61}" type="presOf" srcId="{60B28F44-6288-4FC8-92F2-4295EE218636}" destId="{972278DA-F6F2-45B6-B095-16915583DEF6}" srcOrd="0" destOrd="0" presId="urn:microsoft.com/office/officeart/2005/8/layout/hList1"/>
    <dgm:cxn modelId="{9F4A3E86-4CC1-4714-86FD-950226C16711}" srcId="{CCB94CE9-036C-4344-8F72-DC49A6C92A75}" destId="{FEA72A25-DF59-43A4-A7A1-EE2D86E77CE7}" srcOrd="2" destOrd="0" parTransId="{C15D949E-27DA-4656-8FF3-3D5833426D9A}" sibTransId="{95F0A76A-49E9-46FE-98C1-B0C5D0ED1C84}"/>
    <dgm:cxn modelId="{C116FF36-172F-4432-A54A-0BE616A2159A}" type="presOf" srcId="{DF5C9C72-8944-456A-BAC3-EEF8ED867729}" destId="{887E1D47-EA7C-4DBD-AAE6-7A4E7D56A33D}" srcOrd="0" destOrd="0" presId="urn:microsoft.com/office/officeart/2005/8/layout/hList1"/>
    <dgm:cxn modelId="{17DDECE3-8B74-4AE0-B30A-C20F995D8073}" type="presOf" srcId="{18DCD47F-0CDC-4504-BDBD-EAF994A964E3}" destId="{887E1D47-EA7C-4DBD-AAE6-7A4E7D56A33D}" srcOrd="0" destOrd="1" presId="urn:microsoft.com/office/officeart/2005/8/layout/hList1"/>
    <dgm:cxn modelId="{82BD5E71-5F61-48C2-A25E-86C60FBCE973}" srcId="{239C9AEE-C2E9-4EB4-BC27-E84F9208AFAE}" destId="{3E1CF2AA-7C00-4ECB-8E8E-F9D86B073767}" srcOrd="2" destOrd="0" parTransId="{0A9E2ADE-EEBE-4824-A42F-454F66B1E4B7}" sibTransId="{1FFD90BB-0EBB-417E-898B-6D7030EB0B15}"/>
    <dgm:cxn modelId="{CB13F1FC-6EA0-4CC1-8FFE-B788E9049DC5}" type="presOf" srcId="{7B5602D3-4FCA-4374-8A46-5584177DD9BE}" destId="{3E9E07FA-685D-44C5-A093-D959270CDDDD}" srcOrd="0" destOrd="1" presId="urn:microsoft.com/office/officeart/2005/8/layout/hList1"/>
    <dgm:cxn modelId="{F2D29E18-4A8E-4206-93E4-3087A4000065}" srcId="{CCB94CE9-036C-4344-8F72-DC49A6C92A75}" destId="{711CFEDA-D059-4229-9CC6-056C16570713}" srcOrd="0" destOrd="0" parTransId="{9064461C-5F7D-4DC4-A3F4-36788DAE0A00}" sibTransId="{F9F9B77A-12D1-4E4D-B8B9-EC7C361E0881}"/>
    <dgm:cxn modelId="{96E18378-2386-43FD-B5B9-CE1FBCDA4427}" srcId="{E9EC57C3-2119-49D4-9741-6FC85756EF46}" destId="{F41C99E5-1E78-49F1-99AD-9DEF5CDD3CB2}" srcOrd="1" destOrd="0" parTransId="{2A3ED6A7-665B-4541-A87A-E39238198753}" sibTransId="{D95A5644-2E9C-4C46-908D-66D25A52D848}"/>
    <dgm:cxn modelId="{4488E612-E7C9-4FAC-B739-B8555C22FDE2}" type="presOf" srcId="{239C9AEE-C2E9-4EB4-BC27-E84F9208AFAE}" destId="{EDA5A033-B7BA-428F-ABC3-01BCAA43165C}" srcOrd="0" destOrd="0" presId="urn:microsoft.com/office/officeart/2005/8/layout/hList1"/>
    <dgm:cxn modelId="{B36BEFE1-EB5A-426C-BC4C-24539E9E4E45}" srcId="{239C9AEE-C2E9-4EB4-BC27-E84F9208AFAE}" destId="{60B28F44-6288-4FC8-92F2-4295EE218636}" srcOrd="0" destOrd="0" parTransId="{116E80BD-FC97-4C0C-BA64-581F0E4C23B4}" sibTransId="{6225A663-0CCC-4D6E-B7C3-8693CECBB933}"/>
    <dgm:cxn modelId="{D73E0F4B-D9A5-47D8-BF25-DCD8CCAC8403}" srcId="{E9EC57C3-2119-49D4-9741-6FC85756EF46}" destId="{CCB94CE9-036C-4344-8F72-DC49A6C92A75}" srcOrd="0" destOrd="0" parTransId="{A2494B0C-ED24-4BC2-95CF-016ACD5557EB}" sibTransId="{C8AE6555-EEA6-48DA-9C88-A7E6F4259E1C}"/>
    <dgm:cxn modelId="{00B4A4A4-10DD-43EF-B7CE-099D92BEA24B}" type="presOf" srcId="{3E1CF2AA-7C00-4ECB-8E8E-F9D86B073767}" destId="{972278DA-F6F2-45B6-B095-16915583DEF6}" srcOrd="0" destOrd="2" presId="urn:microsoft.com/office/officeart/2005/8/layout/hList1"/>
    <dgm:cxn modelId="{E00BAECB-881C-466B-A460-C60B35C27924}" srcId="{CCB94CE9-036C-4344-8F72-DC49A6C92A75}" destId="{7B5602D3-4FCA-4374-8A46-5584177DD9BE}" srcOrd="1" destOrd="0" parTransId="{29F65A0B-5E9F-448A-9348-501E198E9674}" sibTransId="{7AF73E08-2904-4A17-A8B8-9F02C713DC04}"/>
    <dgm:cxn modelId="{FA201B95-5DA5-4A2F-9087-EE400F93FE36}" type="presParOf" srcId="{2CB26EB1-828E-46B1-848D-CA062BADBB52}" destId="{1E97601F-B6E7-4007-9F76-92CC8C5B4F2B}" srcOrd="0" destOrd="0" presId="urn:microsoft.com/office/officeart/2005/8/layout/hList1"/>
    <dgm:cxn modelId="{7B5C1F13-B20B-4EAD-9ABA-B3ECB9DEFBF0}" type="presParOf" srcId="{1E97601F-B6E7-4007-9F76-92CC8C5B4F2B}" destId="{A88D34F9-123E-4C12-846E-19AFEC648FBD}" srcOrd="0" destOrd="0" presId="urn:microsoft.com/office/officeart/2005/8/layout/hList1"/>
    <dgm:cxn modelId="{1B685959-059C-4312-990E-D20DD00DEE8F}" type="presParOf" srcId="{1E97601F-B6E7-4007-9F76-92CC8C5B4F2B}" destId="{3E9E07FA-685D-44C5-A093-D959270CDDDD}" srcOrd="1" destOrd="0" presId="urn:microsoft.com/office/officeart/2005/8/layout/hList1"/>
    <dgm:cxn modelId="{931EF2FB-AA4B-431D-A8DF-FE108D3B8590}" type="presParOf" srcId="{2CB26EB1-828E-46B1-848D-CA062BADBB52}" destId="{31615C51-C7E7-4E72-815E-7D8EE73ED243}" srcOrd="1" destOrd="0" presId="urn:microsoft.com/office/officeart/2005/8/layout/hList1"/>
    <dgm:cxn modelId="{438D5EC7-2773-4C97-9470-614DEC444B1E}" type="presParOf" srcId="{2CB26EB1-828E-46B1-848D-CA062BADBB52}" destId="{F6E4579B-84C9-4DA1-B340-2B17DEB49A17}" srcOrd="2" destOrd="0" presId="urn:microsoft.com/office/officeart/2005/8/layout/hList1"/>
    <dgm:cxn modelId="{27B8F2AF-AC18-482E-8C4B-7573F6A92D04}" type="presParOf" srcId="{F6E4579B-84C9-4DA1-B340-2B17DEB49A17}" destId="{C22FEDB9-95ED-45E5-987A-918B5EACA92D}" srcOrd="0" destOrd="0" presId="urn:microsoft.com/office/officeart/2005/8/layout/hList1"/>
    <dgm:cxn modelId="{FEB279D2-B2FE-443F-93AF-27BDB8F0F009}" type="presParOf" srcId="{F6E4579B-84C9-4DA1-B340-2B17DEB49A17}" destId="{887E1D47-EA7C-4DBD-AAE6-7A4E7D56A33D}" srcOrd="1" destOrd="0" presId="urn:microsoft.com/office/officeart/2005/8/layout/hList1"/>
    <dgm:cxn modelId="{67573A5E-2796-47CC-B7C1-2AE0CB57E028}" type="presParOf" srcId="{2CB26EB1-828E-46B1-848D-CA062BADBB52}" destId="{689A51D7-52E8-4E4E-B8CA-4C46E1A31954}" srcOrd="3" destOrd="0" presId="urn:microsoft.com/office/officeart/2005/8/layout/hList1"/>
    <dgm:cxn modelId="{705D60E9-FDE8-4A24-9CE3-C60AD7C3FC99}" type="presParOf" srcId="{2CB26EB1-828E-46B1-848D-CA062BADBB52}" destId="{0F15E558-DBEF-4988-B684-E678029AB9AC}" srcOrd="4" destOrd="0" presId="urn:microsoft.com/office/officeart/2005/8/layout/hList1"/>
    <dgm:cxn modelId="{C68F8490-9743-4569-BC29-6073DB977E04}" type="presParOf" srcId="{0F15E558-DBEF-4988-B684-E678029AB9AC}" destId="{EDA5A033-B7BA-428F-ABC3-01BCAA43165C}" srcOrd="0" destOrd="0" presId="urn:microsoft.com/office/officeart/2005/8/layout/hList1"/>
    <dgm:cxn modelId="{26D47034-1741-4D1D-B69E-D7F931CEB1CD}" type="presParOf" srcId="{0F15E558-DBEF-4988-B684-E678029AB9AC}" destId="{972278DA-F6F2-45B6-B095-16915583DE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9EC57C3-2119-49D4-9741-6FC85756EF4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B94CE9-036C-4344-8F72-DC49A6C92A75}">
      <dgm:prSet phldrT="[Text]"/>
      <dgm:spPr/>
      <dgm:t>
        <a:bodyPr/>
        <a:lstStyle/>
        <a:p>
          <a:r>
            <a:rPr lang="en-US" dirty="0" smtClean="0"/>
            <a:t>Working Directory</a:t>
          </a:r>
          <a:endParaRPr lang="en-US" dirty="0"/>
        </a:p>
      </dgm:t>
    </dgm:pt>
    <dgm:pt modelId="{A2494B0C-ED24-4BC2-95CF-016ACD5557EB}" type="parTrans" cxnId="{D73E0F4B-D9A5-47D8-BF25-DCD8CCAC8403}">
      <dgm:prSet/>
      <dgm:spPr/>
      <dgm:t>
        <a:bodyPr/>
        <a:lstStyle/>
        <a:p>
          <a:endParaRPr lang="en-US"/>
        </a:p>
      </dgm:t>
    </dgm:pt>
    <dgm:pt modelId="{C8AE6555-EEA6-48DA-9C88-A7E6F4259E1C}" type="sibTrans" cxnId="{D73E0F4B-D9A5-47D8-BF25-DCD8CCAC8403}">
      <dgm:prSet/>
      <dgm:spPr/>
      <dgm:t>
        <a:bodyPr/>
        <a:lstStyle/>
        <a:p>
          <a:endParaRPr lang="en-US"/>
        </a:p>
      </dgm:t>
    </dgm:pt>
    <dgm:pt modelId="{711CFEDA-D059-4229-9CC6-056C16570713}">
      <dgm:prSet phldrT="[Text]"/>
      <dgm:spPr/>
      <dgm:t>
        <a:bodyPr/>
        <a:lstStyle/>
        <a:p>
          <a:r>
            <a:rPr lang="en-US" dirty="0" smtClean="0"/>
            <a:t>Holds Your Files</a:t>
          </a:r>
          <a:endParaRPr lang="en-US" dirty="0"/>
        </a:p>
      </dgm:t>
    </dgm:pt>
    <dgm:pt modelId="{9064461C-5F7D-4DC4-A3F4-36788DAE0A00}" type="parTrans" cxnId="{F2D29E18-4A8E-4206-93E4-3087A4000065}">
      <dgm:prSet/>
      <dgm:spPr/>
      <dgm:t>
        <a:bodyPr/>
        <a:lstStyle/>
        <a:p>
          <a:endParaRPr lang="en-US"/>
        </a:p>
      </dgm:t>
    </dgm:pt>
    <dgm:pt modelId="{F9F9B77A-12D1-4E4D-B8B9-EC7C361E0881}" type="sibTrans" cxnId="{F2D29E18-4A8E-4206-93E4-3087A4000065}">
      <dgm:prSet/>
      <dgm:spPr/>
      <dgm:t>
        <a:bodyPr/>
        <a:lstStyle/>
        <a:p>
          <a:endParaRPr lang="en-US"/>
        </a:p>
      </dgm:t>
    </dgm:pt>
    <dgm:pt modelId="{7B5602D3-4FCA-4374-8A46-5584177DD9BE}">
      <dgm:prSet phldrT="[Text]"/>
      <dgm:spPr/>
      <dgm:t>
        <a:bodyPr/>
        <a:lstStyle/>
        <a:p>
          <a:r>
            <a:rPr lang="en-US" dirty="0" smtClean="0"/>
            <a:t>Can be freely edited, no locks!</a:t>
          </a:r>
          <a:endParaRPr lang="en-US" dirty="0"/>
        </a:p>
      </dgm:t>
    </dgm:pt>
    <dgm:pt modelId="{29F65A0B-5E9F-448A-9348-501E198E9674}" type="parTrans" cxnId="{E00BAECB-881C-466B-A460-C60B35C27924}">
      <dgm:prSet/>
      <dgm:spPr/>
      <dgm:t>
        <a:bodyPr/>
        <a:lstStyle/>
        <a:p>
          <a:endParaRPr lang="en-US"/>
        </a:p>
      </dgm:t>
    </dgm:pt>
    <dgm:pt modelId="{7AF73E08-2904-4A17-A8B8-9F02C713DC04}" type="sibTrans" cxnId="{E00BAECB-881C-466B-A460-C60B35C27924}">
      <dgm:prSet/>
      <dgm:spPr/>
      <dgm:t>
        <a:bodyPr/>
        <a:lstStyle/>
        <a:p>
          <a:endParaRPr lang="en-US"/>
        </a:p>
      </dgm:t>
    </dgm:pt>
    <dgm:pt modelId="{F41C99E5-1E78-49F1-99AD-9DEF5CDD3CB2}">
      <dgm:prSet phldrT="[Text]"/>
      <dgm:spPr/>
      <dgm:t>
        <a:bodyPr/>
        <a:lstStyle/>
        <a:p>
          <a:r>
            <a:rPr lang="en-US" dirty="0" smtClean="0"/>
            <a:t>Index</a:t>
          </a:r>
          <a:endParaRPr lang="en-US" dirty="0"/>
        </a:p>
      </dgm:t>
    </dgm:pt>
    <dgm:pt modelId="{2A3ED6A7-665B-4541-A87A-E39238198753}" type="parTrans" cxnId="{96E18378-2386-43FD-B5B9-CE1FBCDA4427}">
      <dgm:prSet/>
      <dgm:spPr/>
      <dgm:t>
        <a:bodyPr/>
        <a:lstStyle/>
        <a:p>
          <a:endParaRPr lang="en-US"/>
        </a:p>
      </dgm:t>
    </dgm:pt>
    <dgm:pt modelId="{D95A5644-2E9C-4C46-908D-66D25A52D848}" type="sibTrans" cxnId="{96E18378-2386-43FD-B5B9-CE1FBCDA4427}">
      <dgm:prSet/>
      <dgm:spPr/>
      <dgm:t>
        <a:bodyPr/>
        <a:lstStyle/>
        <a:p>
          <a:endParaRPr lang="en-US"/>
        </a:p>
      </dgm:t>
    </dgm:pt>
    <dgm:pt modelId="{DF5C9C72-8944-456A-BAC3-EEF8ED867729}">
      <dgm:prSet phldrT="[Text]"/>
      <dgm:spPr/>
      <dgm:t>
        <a:bodyPr/>
        <a:lstStyle/>
        <a:p>
          <a:r>
            <a:rPr lang="en-US" dirty="0" smtClean="0"/>
            <a:t>Contains files to be included in the next commit</a:t>
          </a:r>
          <a:endParaRPr lang="en-US" dirty="0"/>
        </a:p>
      </dgm:t>
    </dgm:pt>
    <dgm:pt modelId="{C2635804-4A93-4702-AE9C-42AEE596C712}" type="parTrans" cxnId="{1121BBA8-908A-46B4-B805-516700E51EBC}">
      <dgm:prSet/>
      <dgm:spPr/>
      <dgm:t>
        <a:bodyPr/>
        <a:lstStyle/>
        <a:p>
          <a:endParaRPr lang="en-US"/>
        </a:p>
      </dgm:t>
    </dgm:pt>
    <dgm:pt modelId="{E37D0F42-C6B2-4033-B5FF-106DCA0AF609}" type="sibTrans" cxnId="{1121BBA8-908A-46B4-B805-516700E51EBC}">
      <dgm:prSet/>
      <dgm:spPr/>
      <dgm:t>
        <a:bodyPr/>
        <a:lstStyle/>
        <a:p>
          <a:endParaRPr lang="en-US"/>
        </a:p>
      </dgm:t>
    </dgm:pt>
    <dgm:pt modelId="{18DCD47F-0CDC-4504-BDBD-EAF994A964E3}">
      <dgm:prSet phldrT="[Text]"/>
      <dgm:spPr/>
      <dgm:t>
        <a:bodyPr/>
        <a:lstStyle/>
        <a:p>
          <a:r>
            <a:rPr lang="en-US" dirty="0" smtClean="0"/>
            <a:t>“</a:t>
          </a:r>
          <a:r>
            <a:rPr lang="en-US" dirty="0" err="1" smtClean="0"/>
            <a:t>git</a:t>
          </a:r>
          <a:r>
            <a:rPr lang="en-US" dirty="0" smtClean="0"/>
            <a:t> add” puts files in the index</a:t>
          </a:r>
          <a:endParaRPr lang="en-US" dirty="0"/>
        </a:p>
      </dgm:t>
    </dgm:pt>
    <dgm:pt modelId="{506638E0-BE5F-4176-B319-E189DE4ADA57}" type="parTrans" cxnId="{CA180A04-39F7-43E6-95D2-784BF1397271}">
      <dgm:prSet/>
      <dgm:spPr/>
      <dgm:t>
        <a:bodyPr/>
        <a:lstStyle/>
        <a:p>
          <a:endParaRPr lang="en-US"/>
        </a:p>
      </dgm:t>
    </dgm:pt>
    <dgm:pt modelId="{5EA81F4A-9D2B-45A2-A0D5-B9D672897561}" type="sibTrans" cxnId="{CA180A04-39F7-43E6-95D2-784BF1397271}">
      <dgm:prSet/>
      <dgm:spPr/>
      <dgm:t>
        <a:bodyPr/>
        <a:lstStyle/>
        <a:p>
          <a:endParaRPr lang="en-US"/>
        </a:p>
      </dgm:t>
    </dgm:pt>
    <dgm:pt modelId="{239C9AEE-C2E9-4EB4-BC27-E84F9208AFAE}">
      <dgm:prSet phldrT="[Text]"/>
      <dgm:spPr/>
      <dgm:t>
        <a:bodyPr/>
        <a:lstStyle/>
        <a:p>
          <a:r>
            <a:rPr lang="en-US" dirty="0" smtClean="0"/>
            <a:t>Local Repository</a:t>
          </a:r>
          <a:endParaRPr lang="en-US" dirty="0"/>
        </a:p>
      </dgm:t>
    </dgm:pt>
    <dgm:pt modelId="{1555087A-2149-4790-BCA2-DCD277625316}" type="parTrans" cxnId="{C879267E-52B6-4BFA-A244-F6D3FDD6E6F1}">
      <dgm:prSet/>
      <dgm:spPr/>
      <dgm:t>
        <a:bodyPr/>
        <a:lstStyle/>
        <a:p>
          <a:endParaRPr lang="en-US"/>
        </a:p>
      </dgm:t>
    </dgm:pt>
    <dgm:pt modelId="{F3998774-8ECD-45AA-9734-F78649075B7F}" type="sibTrans" cxnId="{C879267E-52B6-4BFA-A244-F6D3FDD6E6F1}">
      <dgm:prSet/>
      <dgm:spPr/>
      <dgm:t>
        <a:bodyPr/>
        <a:lstStyle/>
        <a:p>
          <a:endParaRPr lang="en-US"/>
        </a:p>
      </dgm:t>
    </dgm:pt>
    <dgm:pt modelId="{60B28F44-6288-4FC8-92F2-4295EE218636}">
      <dgm:prSet phldrT="[Text]"/>
      <dgm:spPr/>
      <dgm:t>
        <a:bodyPr/>
        <a:lstStyle/>
        <a:p>
          <a:r>
            <a:rPr lang="en-US" dirty="0" smtClean="0"/>
            <a:t>Your history</a:t>
          </a:r>
          <a:endParaRPr lang="en-US" dirty="0"/>
        </a:p>
      </dgm:t>
    </dgm:pt>
    <dgm:pt modelId="{116E80BD-FC97-4C0C-BA64-581F0E4C23B4}" type="parTrans" cxnId="{B36BEFE1-EB5A-426C-BC4C-24539E9E4E45}">
      <dgm:prSet/>
      <dgm:spPr/>
      <dgm:t>
        <a:bodyPr/>
        <a:lstStyle/>
        <a:p>
          <a:endParaRPr lang="en-US"/>
        </a:p>
      </dgm:t>
    </dgm:pt>
    <dgm:pt modelId="{6225A663-0CCC-4D6E-B7C3-8693CECBB933}" type="sibTrans" cxnId="{B36BEFE1-EB5A-426C-BC4C-24539E9E4E45}">
      <dgm:prSet/>
      <dgm:spPr/>
      <dgm:t>
        <a:bodyPr/>
        <a:lstStyle/>
        <a:p>
          <a:endParaRPr lang="en-US"/>
        </a:p>
      </dgm:t>
    </dgm:pt>
    <dgm:pt modelId="{26D0A223-316C-4307-9A6D-53698C146143}">
      <dgm:prSet phldrT="[Text]"/>
      <dgm:spPr/>
      <dgm:t>
        <a:bodyPr/>
        <a:lstStyle/>
        <a:p>
          <a:r>
            <a:rPr lang="en-US" dirty="0" smtClean="0"/>
            <a:t>The most recent commit is called </a:t>
          </a:r>
          <a:r>
            <a:rPr lang="en-US" b="1" dirty="0" smtClean="0"/>
            <a:t>HEAD</a:t>
          </a:r>
          <a:endParaRPr lang="en-US" b="1" dirty="0"/>
        </a:p>
      </dgm:t>
    </dgm:pt>
    <dgm:pt modelId="{BE3F9E48-68B9-4D8D-A45F-058CE3216E13}" type="parTrans" cxnId="{EB2F2BE6-1C33-433D-AC03-0B9B8AF10452}">
      <dgm:prSet/>
      <dgm:spPr/>
      <dgm:t>
        <a:bodyPr/>
        <a:lstStyle/>
        <a:p>
          <a:endParaRPr lang="en-US"/>
        </a:p>
      </dgm:t>
    </dgm:pt>
    <dgm:pt modelId="{BCCBAB60-4E9A-4745-BB24-0468C495AC63}" type="sibTrans" cxnId="{EB2F2BE6-1C33-433D-AC03-0B9B8AF10452}">
      <dgm:prSet/>
      <dgm:spPr/>
      <dgm:t>
        <a:bodyPr/>
        <a:lstStyle/>
        <a:p>
          <a:endParaRPr lang="en-US"/>
        </a:p>
      </dgm:t>
    </dgm:pt>
    <dgm:pt modelId="{3E1CF2AA-7C00-4ECB-8E8E-F9D86B073767}">
      <dgm:prSet phldrT="[Text]"/>
      <dgm:spPr/>
      <dgm:t>
        <a:bodyPr/>
        <a:lstStyle/>
        <a:p>
          <a:r>
            <a:rPr lang="en-US" b="0" dirty="0" smtClean="0"/>
            <a:t>“</a:t>
          </a:r>
          <a:r>
            <a:rPr lang="en-US" b="0" dirty="0" err="1" smtClean="0"/>
            <a:t>git</a:t>
          </a:r>
          <a:r>
            <a:rPr lang="en-US" b="0" dirty="0" smtClean="0"/>
            <a:t> commit” creates a commit, which is then </a:t>
          </a:r>
          <a:r>
            <a:rPr lang="en-US" b="1" dirty="0" smtClean="0"/>
            <a:t>HEAD</a:t>
          </a:r>
          <a:endParaRPr lang="en-US" b="1" dirty="0"/>
        </a:p>
      </dgm:t>
    </dgm:pt>
    <dgm:pt modelId="{0A9E2ADE-EEBE-4824-A42F-454F66B1E4B7}" type="parTrans" cxnId="{82BD5E71-5F61-48C2-A25E-86C60FBCE973}">
      <dgm:prSet/>
      <dgm:spPr/>
      <dgm:t>
        <a:bodyPr/>
        <a:lstStyle/>
        <a:p>
          <a:endParaRPr lang="en-US"/>
        </a:p>
      </dgm:t>
    </dgm:pt>
    <dgm:pt modelId="{1FFD90BB-0EBB-417E-898B-6D7030EB0B15}" type="sibTrans" cxnId="{82BD5E71-5F61-48C2-A25E-86C60FBCE973}">
      <dgm:prSet/>
      <dgm:spPr/>
      <dgm:t>
        <a:bodyPr/>
        <a:lstStyle/>
        <a:p>
          <a:endParaRPr lang="en-US"/>
        </a:p>
      </dgm:t>
    </dgm:pt>
    <dgm:pt modelId="{D26D8FAC-3A8C-48C6-A087-9DB81ED0BE13}">
      <dgm:prSet phldrT="[Text]"/>
      <dgm:spPr/>
      <dgm:t>
        <a:bodyPr/>
        <a:lstStyle/>
        <a:p>
          <a:r>
            <a:rPr lang="en-US" b="0" dirty="0" smtClean="0"/>
            <a:t>Remote Repository</a:t>
          </a:r>
          <a:endParaRPr lang="en-US" b="0" dirty="0"/>
        </a:p>
      </dgm:t>
    </dgm:pt>
    <dgm:pt modelId="{18DB1763-6F4E-435A-9FA2-BE7D2D1176F3}" type="parTrans" cxnId="{C3FEC712-2C25-4D86-AF77-41CE1B0A47F7}">
      <dgm:prSet/>
      <dgm:spPr/>
      <dgm:t>
        <a:bodyPr/>
        <a:lstStyle/>
        <a:p>
          <a:endParaRPr lang="en-US"/>
        </a:p>
      </dgm:t>
    </dgm:pt>
    <dgm:pt modelId="{FE28703B-B77F-42EE-A7BD-2D8C5CE9A099}" type="sibTrans" cxnId="{C3FEC712-2C25-4D86-AF77-41CE1B0A47F7}">
      <dgm:prSet/>
      <dgm:spPr/>
      <dgm:t>
        <a:bodyPr/>
        <a:lstStyle/>
        <a:p>
          <a:endParaRPr lang="en-US"/>
        </a:p>
      </dgm:t>
    </dgm:pt>
    <dgm:pt modelId="{E732D215-3872-4C64-B9D2-769A63AE42E8}">
      <dgm:prSet phldrT="[Text]"/>
      <dgm:spPr/>
      <dgm:t>
        <a:bodyPr/>
        <a:lstStyle/>
        <a:p>
          <a:r>
            <a:rPr lang="en-US" b="0" dirty="0" smtClean="0"/>
            <a:t>Contains the shared history of all committers</a:t>
          </a:r>
          <a:endParaRPr lang="en-US" b="0" dirty="0"/>
        </a:p>
      </dgm:t>
    </dgm:pt>
    <dgm:pt modelId="{D8493544-7E7F-4FA3-A777-61CDC17A92BE}" type="parTrans" cxnId="{93461BA2-1508-44AE-B5DA-9FCB1690033D}">
      <dgm:prSet/>
      <dgm:spPr/>
      <dgm:t>
        <a:bodyPr/>
        <a:lstStyle/>
        <a:p>
          <a:endParaRPr lang="en-US"/>
        </a:p>
      </dgm:t>
    </dgm:pt>
    <dgm:pt modelId="{4FCBB6E9-E819-4A1E-B08A-1F8B2BE2D121}" type="sibTrans" cxnId="{93461BA2-1508-44AE-B5DA-9FCB1690033D}">
      <dgm:prSet/>
      <dgm:spPr/>
      <dgm:t>
        <a:bodyPr/>
        <a:lstStyle/>
        <a:p>
          <a:endParaRPr lang="en-US"/>
        </a:p>
      </dgm:t>
    </dgm:pt>
    <dgm:pt modelId="{6B35908D-0E01-47E3-819C-518E66C57456}">
      <dgm:prSet phldrT="[Text]"/>
      <dgm:spPr/>
      <dgm:t>
        <a:bodyPr/>
        <a:lstStyle/>
        <a:p>
          <a:r>
            <a:rPr lang="en-US" b="0" dirty="0" smtClean="0"/>
            <a:t>“</a:t>
          </a:r>
          <a:r>
            <a:rPr lang="en-US" b="0" dirty="0" err="1" smtClean="0"/>
            <a:t>git</a:t>
          </a:r>
          <a:r>
            <a:rPr lang="en-US" b="0" dirty="0" smtClean="0"/>
            <a:t> clone” copies it repository</a:t>
          </a:r>
          <a:endParaRPr lang="en-US" b="0" dirty="0"/>
        </a:p>
      </dgm:t>
    </dgm:pt>
    <dgm:pt modelId="{DEBB7ED4-FDC1-45C5-B339-A6F75296A204}" type="parTrans" cxnId="{797CB84B-2B8E-4838-A38D-632FF95B3AE7}">
      <dgm:prSet/>
      <dgm:spPr/>
      <dgm:t>
        <a:bodyPr/>
        <a:lstStyle/>
        <a:p>
          <a:endParaRPr lang="en-US"/>
        </a:p>
      </dgm:t>
    </dgm:pt>
    <dgm:pt modelId="{B594FDA7-21A3-494D-93E5-322F6C028EEA}" type="sibTrans" cxnId="{797CB84B-2B8E-4838-A38D-632FF95B3AE7}">
      <dgm:prSet/>
      <dgm:spPr/>
      <dgm:t>
        <a:bodyPr/>
        <a:lstStyle/>
        <a:p>
          <a:endParaRPr lang="en-US"/>
        </a:p>
      </dgm:t>
    </dgm:pt>
    <dgm:pt modelId="{1F995444-D583-4D5E-BC8B-F46AC283A58A}">
      <dgm:prSet phldrT="[Text]"/>
      <dgm:spPr/>
      <dgm:t>
        <a:bodyPr/>
        <a:lstStyle/>
        <a:p>
          <a:r>
            <a:rPr lang="en-US" b="0" dirty="0" smtClean="0"/>
            <a:t>“</a:t>
          </a:r>
          <a:r>
            <a:rPr lang="en-US" b="0" dirty="0" err="1" smtClean="0"/>
            <a:t>git</a:t>
          </a:r>
          <a:r>
            <a:rPr lang="en-US" b="0" dirty="0" smtClean="0"/>
            <a:t> push” sends local to remote</a:t>
          </a:r>
          <a:endParaRPr lang="en-US" b="0" dirty="0"/>
        </a:p>
      </dgm:t>
    </dgm:pt>
    <dgm:pt modelId="{CF6A03E9-E331-412D-AD42-8B41A7423A68}" type="parTrans" cxnId="{EB99AF85-7B12-425C-8BA9-944CE7CB15BD}">
      <dgm:prSet/>
      <dgm:spPr/>
      <dgm:t>
        <a:bodyPr/>
        <a:lstStyle/>
        <a:p>
          <a:endParaRPr lang="en-US"/>
        </a:p>
      </dgm:t>
    </dgm:pt>
    <dgm:pt modelId="{164F31B2-7924-4278-8410-E0FDDEE0EE2C}" type="sibTrans" cxnId="{EB99AF85-7B12-425C-8BA9-944CE7CB15BD}">
      <dgm:prSet/>
      <dgm:spPr/>
      <dgm:t>
        <a:bodyPr/>
        <a:lstStyle/>
        <a:p>
          <a:endParaRPr lang="en-US"/>
        </a:p>
      </dgm:t>
    </dgm:pt>
    <dgm:pt modelId="{DD44C88D-ED09-4E20-BDD6-9A1AB483736D}">
      <dgm:prSet phldrT="[Text]"/>
      <dgm:spPr/>
      <dgm:t>
        <a:bodyPr/>
        <a:lstStyle/>
        <a:p>
          <a:r>
            <a:rPr lang="en-US" b="0" dirty="0" smtClean="0"/>
            <a:t>“</a:t>
          </a:r>
          <a:r>
            <a:rPr lang="en-US" b="0" dirty="0" err="1" smtClean="0"/>
            <a:t>git</a:t>
          </a:r>
          <a:r>
            <a:rPr lang="en-US" b="0" dirty="0" smtClean="0"/>
            <a:t> pull” brings remote changes to local</a:t>
          </a:r>
          <a:endParaRPr lang="en-US" b="0" dirty="0"/>
        </a:p>
      </dgm:t>
    </dgm:pt>
    <dgm:pt modelId="{585BD29E-9FDE-41BA-9C67-0AC5A8ABF4B2}" type="parTrans" cxnId="{76A3BF78-5393-4B43-8D83-283678BD3EBC}">
      <dgm:prSet/>
      <dgm:spPr/>
      <dgm:t>
        <a:bodyPr/>
        <a:lstStyle/>
        <a:p>
          <a:endParaRPr lang="en-US"/>
        </a:p>
      </dgm:t>
    </dgm:pt>
    <dgm:pt modelId="{B5D4DB23-A5E1-4C08-B3F1-742D8C7F7D68}" type="sibTrans" cxnId="{76A3BF78-5393-4B43-8D83-283678BD3EBC}">
      <dgm:prSet/>
      <dgm:spPr/>
      <dgm:t>
        <a:bodyPr/>
        <a:lstStyle/>
        <a:p>
          <a:endParaRPr lang="en-US"/>
        </a:p>
      </dgm:t>
    </dgm:pt>
    <dgm:pt modelId="{8A946007-F81C-48DF-9783-8A8BDF3AD3D0}">
      <dgm:prSet phldrT="[Text]"/>
      <dgm:spPr/>
      <dgm:t>
        <a:bodyPr/>
        <a:lstStyle/>
        <a:p>
          <a:r>
            <a:rPr lang="en-US" dirty="0" smtClean="0"/>
            <a:t>“</a:t>
          </a:r>
          <a:r>
            <a:rPr lang="en-US" dirty="0" err="1" smtClean="0"/>
            <a:t>git</a:t>
          </a:r>
          <a:r>
            <a:rPr lang="en-US" dirty="0" smtClean="0"/>
            <a:t> </a:t>
          </a:r>
          <a:r>
            <a:rPr lang="en-US" dirty="0" err="1" smtClean="0"/>
            <a:t>init</a:t>
          </a:r>
          <a:r>
            <a:rPr lang="en-US" dirty="0" smtClean="0"/>
            <a:t>” turns any directory into a new repository</a:t>
          </a:r>
          <a:endParaRPr lang="en-US" dirty="0"/>
        </a:p>
      </dgm:t>
    </dgm:pt>
    <dgm:pt modelId="{F27425F3-66BB-42FE-899F-6E96F7A91BC3}" type="parTrans" cxnId="{CCCA07C8-BDD8-464D-911F-7F0B4F359405}">
      <dgm:prSet/>
      <dgm:spPr/>
      <dgm:t>
        <a:bodyPr/>
        <a:lstStyle/>
        <a:p>
          <a:endParaRPr lang="en-US"/>
        </a:p>
      </dgm:t>
    </dgm:pt>
    <dgm:pt modelId="{0BBE8CED-BA5B-4161-83AE-CD5741C01322}" type="sibTrans" cxnId="{CCCA07C8-BDD8-464D-911F-7F0B4F359405}">
      <dgm:prSet/>
      <dgm:spPr/>
      <dgm:t>
        <a:bodyPr/>
        <a:lstStyle/>
        <a:p>
          <a:endParaRPr lang="en-US"/>
        </a:p>
      </dgm:t>
    </dgm:pt>
    <dgm:pt modelId="{2CB26EB1-828E-46B1-848D-CA062BADBB52}" type="pres">
      <dgm:prSet presAssocID="{E9EC57C3-2119-49D4-9741-6FC85756EF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97601F-B6E7-4007-9F76-92CC8C5B4F2B}" type="pres">
      <dgm:prSet presAssocID="{CCB94CE9-036C-4344-8F72-DC49A6C92A75}" presName="composite" presStyleCnt="0"/>
      <dgm:spPr/>
    </dgm:pt>
    <dgm:pt modelId="{A88D34F9-123E-4C12-846E-19AFEC648FBD}" type="pres">
      <dgm:prSet presAssocID="{CCB94CE9-036C-4344-8F72-DC49A6C92A7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9E07FA-685D-44C5-A093-D959270CDDDD}" type="pres">
      <dgm:prSet presAssocID="{CCB94CE9-036C-4344-8F72-DC49A6C92A75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615C51-C7E7-4E72-815E-7D8EE73ED243}" type="pres">
      <dgm:prSet presAssocID="{C8AE6555-EEA6-48DA-9C88-A7E6F4259E1C}" presName="space" presStyleCnt="0"/>
      <dgm:spPr/>
    </dgm:pt>
    <dgm:pt modelId="{F6E4579B-84C9-4DA1-B340-2B17DEB49A17}" type="pres">
      <dgm:prSet presAssocID="{F41C99E5-1E78-49F1-99AD-9DEF5CDD3CB2}" presName="composite" presStyleCnt="0"/>
      <dgm:spPr/>
    </dgm:pt>
    <dgm:pt modelId="{C22FEDB9-95ED-45E5-987A-918B5EACA92D}" type="pres">
      <dgm:prSet presAssocID="{F41C99E5-1E78-49F1-99AD-9DEF5CDD3CB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E1D47-EA7C-4DBD-AAE6-7A4E7D56A33D}" type="pres">
      <dgm:prSet presAssocID="{F41C99E5-1E78-49F1-99AD-9DEF5CDD3CB2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9A51D7-52E8-4E4E-B8CA-4C46E1A31954}" type="pres">
      <dgm:prSet presAssocID="{D95A5644-2E9C-4C46-908D-66D25A52D848}" presName="space" presStyleCnt="0"/>
      <dgm:spPr/>
    </dgm:pt>
    <dgm:pt modelId="{0F15E558-DBEF-4988-B684-E678029AB9AC}" type="pres">
      <dgm:prSet presAssocID="{239C9AEE-C2E9-4EB4-BC27-E84F9208AFAE}" presName="composite" presStyleCnt="0"/>
      <dgm:spPr/>
    </dgm:pt>
    <dgm:pt modelId="{EDA5A033-B7BA-428F-ABC3-01BCAA43165C}" type="pres">
      <dgm:prSet presAssocID="{239C9AEE-C2E9-4EB4-BC27-E84F9208AFA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78DA-F6F2-45B6-B095-16915583DEF6}" type="pres">
      <dgm:prSet presAssocID="{239C9AEE-C2E9-4EB4-BC27-E84F9208AFAE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EBC588-91D4-419E-9814-E99C3C3CA2DE}" type="pres">
      <dgm:prSet presAssocID="{F3998774-8ECD-45AA-9734-F78649075B7F}" presName="space" presStyleCnt="0"/>
      <dgm:spPr/>
    </dgm:pt>
    <dgm:pt modelId="{C5516057-4CCC-4E49-AA7D-29DF579CFCFB}" type="pres">
      <dgm:prSet presAssocID="{D26D8FAC-3A8C-48C6-A087-9DB81ED0BE13}" presName="composite" presStyleCnt="0"/>
      <dgm:spPr/>
    </dgm:pt>
    <dgm:pt modelId="{2C4579F4-1D05-4549-BE96-D4BB288EFFAA}" type="pres">
      <dgm:prSet presAssocID="{D26D8FAC-3A8C-48C6-A087-9DB81ED0BE1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2744AC-CC4B-4F18-869B-65BEA4884524}" type="pres">
      <dgm:prSet presAssocID="{D26D8FAC-3A8C-48C6-A087-9DB81ED0BE13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551A7C-EAA7-4229-9D56-09A7E8921C70}" type="presOf" srcId="{3E1CF2AA-7C00-4ECB-8E8E-F9D86B073767}" destId="{972278DA-F6F2-45B6-B095-16915583DEF6}" srcOrd="0" destOrd="2" presId="urn:microsoft.com/office/officeart/2005/8/layout/hList1"/>
    <dgm:cxn modelId="{96E18378-2386-43FD-B5B9-CE1FBCDA4427}" srcId="{E9EC57C3-2119-49D4-9741-6FC85756EF46}" destId="{F41C99E5-1E78-49F1-99AD-9DEF5CDD3CB2}" srcOrd="1" destOrd="0" parTransId="{2A3ED6A7-665B-4541-A87A-E39238198753}" sibTransId="{D95A5644-2E9C-4C46-908D-66D25A52D848}"/>
    <dgm:cxn modelId="{CA180A04-39F7-43E6-95D2-784BF1397271}" srcId="{F41C99E5-1E78-49F1-99AD-9DEF5CDD3CB2}" destId="{18DCD47F-0CDC-4504-BDBD-EAF994A964E3}" srcOrd="1" destOrd="0" parTransId="{506638E0-BE5F-4176-B319-E189DE4ADA57}" sibTransId="{5EA81F4A-9D2B-45A2-A0D5-B9D672897561}"/>
    <dgm:cxn modelId="{EB2F2BE6-1C33-433D-AC03-0B9B8AF10452}" srcId="{239C9AEE-C2E9-4EB4-BC27-E84F9208AFAE}" destId="{26D0A223-316C-4307-9A6D-53698C146143}" srcOrd="1" destOrd="0" parTransId="{BE3F9E48-68B9-4D8D-A45F-058CE3216E13}" sibTransId="{BCCBAB60-4E9A-4745-BB24-0468C495AC63}"/>
    <dgm:cxn modelId="{CCCA07C8-BDD8-464D-911F-7F0B4F359405}" srcId="{CCB94CE9-036C-4344-8F72-DC49A6C92A75}" destId="{8A946007-F81C-48DF-9783-8A8BDF3AD3D0}" srcOrd="2" destOrd="0" parTransId="{F27425F3-66BB-42FE-899F-6E96F7A91BC3}" sibTransId="{0BBE8CED-BA5B-4161-83AE-CD5741C01322}"/>
    <dgm:cxn modelId="{606C20CD-2610-4435-B09C-E24029827437}" type="presOf" srcId="{18DCD47F-0CDC-4504-BDBD-EAF994A964E3}" destId="{887E1D47-EA7C-4DBD-AAE6-7A4E7D56A33D}" srcOrd="0" destOrd="1" presId="urn:microsoft.com/office/officeart/2005/8/layout/hList1"/>
    <dgm:cxn modelId="{E505C032-7D0E-4195-A058-1908F46D425A}" type="presOf" srcId="{D26D8FAC-3A8C-48C6-A087-9DB81ED0BE13}" destId="{2C4579F4-1D05-4549-BE96-D4BB288EFFAA}" srcOrd="0" destOrd="0" presId="urn:microsoft.com/office/officeart/2005/8/layout/hList1"/>
    <dgm:cxn modelId="{C879267E-52B6-4BFA-A244-F6D3FDD6E6F1}" srcId="{E9EC57C3-2119-49D4-9741-6FC85756EF46}" destId="{239C9AEE-C2E9-4EB4-BC27-E84F9208AFAE}" srcOrd="2" destOrd="0" parTransId="{1555087A-2149-4790-BCA2-DCD277625316}" sibTransId="{F3998774-8ECD-45AA-9734-F78649075B7F}"/>
    <dgm:cxn modelId="{EB99AF85-7B12-425C-8BA9-944CE7CB15BD}" srcId="{D26D8FAC-3A8C-48C6-A087-9DB81ED0BE13}" destId="{1F995444-D583-4D5E-BC8B-F46AC283A58A}" srcOrd="2" destOrd="0" parTransId="{CF6A03E9-E331-412D-AD42-8B41A7423A68}" sibTransId="{164F31B2-7924-4278-8410-E0FDDEE0EE2C}"/>
    <dgm:cxn modelId="{960FF19C-A679-4136-BEC6-8BE26C0DAE94}" type="presOf" srcId="{7B5602D3-4FCA-4374-8A46-5584177DD9BE}" destId="{3E9E07FA-685D-44C5-A093-D959270CDDDD}" srcOrd="0" destOrd="1" presId="urn:microsoft.com/office/officeart/2005/8/layout/hList1"/>
    <dgm:cxn modelId="{D73E0F4B-D9A5-47D8-BF25-DCD8CCAC8403}" srcId="{E9EC57C3-2119-49D4-9741-6FC85756EF46}" destId="{CCB94CE9-036C-4344-8F72-DC49A6C92A75}" srcOrd="0" destOrd="0" parTransId="{A2494B0C-ED24-4BC2-95CF-016ACD5557EB}" sibTransId="{C8AE6555-EEA6-48DA-9C88-A7E6F4259E1C}"/>
    <dgm:cxn modelId="{E38EEA12-CF85-4339-8144-40BB9DF52CBE}" type="presOf" srcId="{F41C99E5-1E78-49F1-99AD-9DEF5CDD3CB2}" destId="{C22FEDB9-95ED-45E5-987A-918B5EACA92D}" srcOrd="0" destOrd="0" presId="urn:microsoft.com/office/officeart/2005/8/layout/hList1"/>
    <dgm:cxn modelId="{CBC7572A-D80C-4260-838E-40A0A013FE62}" type="presOf" srcId="{239C9AEE-C2E9-4EB4-BC27-E84F9208AFAE}" destId="{EDA5A033-B7BA-428F-ABC3-01BCAA43165C}" srcOrd="0" destOrd="0" presId="urn:microsoft.com/office/officeart/2005/8/layout/hList1"/>
    <dgm:cxn modelId="{797CB84B-2B8E-4838-A38D-632FF95B3AE7}" srcId="{D26D8FAC-3A8C-48C6-A087-9DB81ED0BE13}" destId="{6B35908D-0E01-47E3-819C-518E66C57456}" srcOrd="1" destOrd="0" parTransId="{DEBB7ED4-FDC1-45C5-B339-A6F75296A204}" sibTransId="{B594FDA7-21A3-494D-93E5-322F6C028EEA}"/>
    <dgm:cxn modelId="{F2D29E18-4A8E-4206-93E4-3087A4000065}" srcId="{CCB94CE9-036C-4344-8F72-DC49A6C92A75}" destId="{711CFEDA-D059-4229-9CC6-056C16570713}" srcOrd="0" destOrd="0" parTransId="{9064461C-5F7D-4DC4-A3F4-36788DAE0A00}" sibTransId="{F9F9B77A-12D1-4E4D-B8B9-EC7C361E0881}"/>
    <dgm:cxn modelId="{7471E01E-95BE-4833-B701-031AD5172E16}" type="presOf" srcId="{E732D215-3872-4C64-B9D2-769A63AE42E8}" destId="{492744AC-CC4B-4F18-869B-65BEA4884524}" srcOrd="0" destOrd="0" presId="urn:microsoft.com/office/officeart/2005/8/layout/hList1"/>
    <dgm:cxn modelId="{76A3BF78-5393-4B43-8D83-283678BD3EBC}" srcId="{D26D8FAC-3A8C-48C6-A087-9DB81ED0BE13}" destId="{DD44C88D-ED09-4E20-BDD6-9A1AB483736D}" srcOrd="3" destOrd="0" parTransId="{585BD29E-9FDE-41BA-9C67-0AC5A8ABF4B2}" sibTransId="{B5D4DB23-A5E1-4C08-B3F1-742D8C7F7D68}"/>
    <dgm:cxn modelId="{F39D11E4-5636-4363-84E4-A51021C99C25}" type="presOf" srcId="{8A946007-F81C-48DF-9783-8A8BDF3AD3D0}" destId="{3E9E07FA-685D-44C5-A093-D959270CDDDD}" srcOrd="0" destOrd="2" presId="urn:microsoft.com/office/officeart/2005/8/layout/hList1"/>
    <dgm:cxn modelId="{7A9260BE-2AC9-4321-B0B8-6FCC30627900}" type="presOf" srcId="{DD44C88D-ED09-4E20-BDD6-9A1AB483736D}" destId="{492744AC-CC4B-4F18-869B-65BEA4884524}" srcOrd="0" destOrd="3" presId="urn:microsoft.com/office/officeart/2005/8/layout/hList1"/>
    <dgm:cxn modelId="{B36BEFE1-EB5A-426C-BC4C-24539E9E4E45}" srcId="{239C9AEE-C2E9-4EB4-BC27-E84F9208AFAE}" destId="{60B28F44-6288-4FC8-92F2-4295EE218636}" srcOrd="0" destOrd="0" parTransId="{116E80BD-FC97-4C0C-BA64-581F0E4C23B4}" sibTransId="{6225A663-0CCC-4D6E-B7C3-8693CECBB933}"/>
    <dgm:cxn modelId="{93461BA2-1508-44AE-B5DA-9FCB1690033D}" srcId="{D26D8FAC-3A8C-48C6-A087-9DB81ED0BE13}" destId="{E732D215-3872-4C64-B9D2-769A63AE42E8}" srcOrd="0" destOrd="0" parTransId="{D8493544-7E7F-4FA3-A777-61CDC17A92BE}" sibTransId="{4FCBB6E9-E819-4A1E-B08A-1F8B2BE2D121}"/>
    <dgm:cxn modelId="{C54110EC-9C32-4EC4-BA96-8F46EE9B751A}" type="presOf" srcId="{60B28F44-6288-4FC8-92F2-4295EE218636}" destId="{972278DA-F6F2-45B6-B095-16915583DEF6}" srcOrd="0" destOrd="0" presId="urn:microsoft.com/office/officeart/2005/8/layout/hList1"/>
    <dgm:cxn modelId="{E00BAECB-881C-466B-A460-C60B35C27924}" srcId="{CCB94CE9-036C-4344-8F72-DC49A6C92A75}" destId="{7B5602D3-4FCA-4374-8A46-5584177DD9BE}" srcOrd="1" destOrd="0" parTransId="{29F65A0B-5E9F-448A-9348-501E198E9674}" sibTransId="{7AF73E08-2904-4A17-A8B8-9F02C713DC04}"/>
    <dgm:cxn modelId="{A2BA7E54-7586-4EC5-A453-B637DB80B06F}" type="presOf" srcId="{6B35908D-0E01-47E3-819C-518E66C57456}" destId="{492744AC-CC4B-4F18-869B-65BEA4884524}" srcOrd="0" destOrd="1" presId="urn:microsoft.com/office/officeart/2005/8/layout/hList1"/>
    <dgm:cxn modelId="{82BD5E71-5F61-48C2-A25E-86C60FBCE973}" srcId="{239C9AEE-C2E9-4EB4-BC27-E84F9208AFAE}" destId="{3E1CF2AA-7C00-4ECB-8E8E-F9D86B073767}" srcOrd="2" destOrd="0" parTransId="{0A9E2ADE-EEBE-4824-A42F-454F66B1E4B7}" sibTransId="{1FFD90BB-0EBB-417E-898B-6D7030EB0B15}"/>
    <dgm:cxn modelId="{1841DF5F-11A6-4D42-A5E3-715CBD2B33E7}" type="presOf" srcId="{711CFEDA-D059-4229-9CC6-056C16570713}" destId="{3E9E07FA-685D-44C5-A093-D959270CDDDD}" srcOrd="0" destOrd="0" presId="urn:microsoft.com/office/officeart/2005/8/layout/hList1"/>
    <dgm:cxn modelId="{D387559D-C34E-48DA-9249-92E7BB72C2AF}" type="presOf" srcId="{E9EC57C3-2119-49D4-9741-6FC85756EF46}" destId="{2CB26EB1-828E-46B1-848D-CA062BADBB52}" srcOrd="0" destOrd="0" presId="urn:microsoft.com/office/officeart/2005/8/layout/hList1"/>
    <dgm:cxn modelId="{D8AE2836-DCF1-44E9-9523-7560E0A56051}" type="presOf" srcId="{1F995444-D583-4D5E-BC8B-F46AC283A58A}" destId="{492744AC-CC4B-4F18-869B-65BEA4884524}" srcOrd="0" destOrd="2" presId="urn:microsoft.com/office/officeart/2005/8/layout/hList1"/>
    <dgm:cxn modelId="{C3FEC712-2C25-4D86-AF77-41CE1B0A47F7}" srcId="{E9EC57C3-2119-49D4-9741-6FC85756EF46}" destId="{D26D8FAC-3A8C-48C6-A087-9DB81ED0BE13}" srcOrd="3" destOrd="0" parTransId="{18DB1763-6F4E-435A-9FA2-BE7D2D1176F3}" sibTransId="{FE28703B-B77F-42EE-A7BD-2D8C5CE9A099}"/>
    <dgm:cxn modelId="{1121BBA8-908A-46B4-B805-516700E51EBC}" srcId="{F41C99E5-1E78-49F1-99AD-9DEF5CDD3CB2}" destId="{DF5C9C72-8944-456A-BAC3-EEF8ED867729}" srcOrd="0" destOrd="0" parTransId="{C2635804-4A93-4702-AE9C-42AEE596C712}" sibTransId="{E37D0F42-C6B2-4033-B5FF-106DCA0AF609}"/>
    <dgm:cxn modelId="{EB38EDD7-7F2D-48D5-8EF2-AD749720FCD2}" type="presOf" srcId="{CCB94CE9-036C-4344-8F72-DC49A6C92A75}" destId="{A88D34F9-123E-4C12-846E-19AFEC648FBD}" srcOrd="0" destOrd="0" presId="urn:microsoft.com/office/officeart/2005/8/layout/hList1"/>
    <dgm:cxn modelId="{8F932379-0ACA-45BB-9E29-22EC8B9070A4}" type="presOf" srcId="{DF5C9C72-8944-456A-BAC3-EEF8ED867729}" destId="{887E1D47-EA7C-4DBD-AAE6-7A4E7D56A33D}" srcOrd="0" destOrd="0" presId="urn:microsoft.com/office/officeart/2005/8/layout/hList1"/>
    <dgm:cxn modelId="{DC042B92-C000-4EF9-9298-AB7D0B392A76}" type="presOf" srcId="{26D0A223-316C-4307-9A6D-53698C146143}" destId="{972278DA-F6F2-45B6-B095-16915583DEF6}" srcOrd="0" destOrd="1" presId="urn:microsoft.com/office/officeart/2005/8/layout/hList1"/>
    <dgm:cxn modelId="{6FA1447D-1822-4721-B5DC-2C675C04BBA9}" type="presParOf" srcId="{2CB26EB1-828E-46B1-848D-CA062BADBB52}" destId="{1E97601F-B6E7-4007-9F76-92CC8C5B4F2B}" srcOrd="0" destOrd="0" presId="urn:microsoft.com/office/officeart/2005/8/layout/hList1"/>
    <dgm:cxn modelId="{57331E7C-8D17-4E51-B93A-2DBE1D4FCEE6}" type="presParOf" srcId="{1E97601F-B6E7-4007-9F76-92CC8C5B4F2B}" destId="{A88D34F9-123E-4C12-846E-19AFEC648FBD}" srcOrd="0" destOrd="0" presId="urn:microsoft.com/office/officeart/2005/8/layout/hList1"/>
    <dgm:cxn modelId="{9F6DB7B5-FA67-4558-A34F-4CE0874380F6}" type="presParOf" srcId="{1E97601F-B6E7-4007-9F76-92CC8C5B4F2B}" destId="{3E9E07FA-685D-44C5-A093-D959270CDDDD}" srcOrd="1" destOrd="0" presId="urn:microsoft.com/office/officeart/2005/8/layout/hList1"/>
    <dgm:cxn modelId="{383C27D6-D07D-404C-8FC9-39881F359C33}" type="presParOf" srcId="{2CB26EB1-828E-46B1-848D-CA062BADBB52}" destId="{31615C51-C7E7-4E72-815E-7D8EE73ED243}" srcOrd="1" destOrd="0" presId="urn:microsoft.com/office/officeart/2005/8/layout/hList1"/>
    <dgm:cxn modelId="{A4D43DBF-9A39-4148-BED5-789937E49CA8}" type="presParOf" srcId="{2CB26EB1-828E-46B1-848D-CA062BADBB52}" destId="{F6E4579B-84C9-4DA1-B340-2B17DEB49A17}" srcOrd="2" destOrd="0" presId="urn:microsoft.com/office/officeart/2005/8/layout/hList1"/>
    <dgm:cxn modelId="{A8E154E8-AC27-4389-A323-B251D5CE1B4B}" type="presParOf" srcId="{F6E4579B-84C9-4DA1-B340-2B17DEB49A17}" destId="{C22FEDB9-95ED-45E5-987A-918B5EACA92D}" srcOrd="0" destOrd="0" presId="urn:microsoft.com/office/officeart/2005/8/layout/hList1"/>
    <dgm:cxn modelId="{4F692FE3-0800-47E7-ADCA-34AD7DB6EFEA}" type="presParOf" srcId="{F6E4579B-84C9-4DA1-B340-2B17DEB49A17}" destId="{887E1D47-EA7C-4DBD-AAE6-7A4E7D56A33D}" srcOrd="1" destOrd="0" presId="urn:microsoft.com/office/officeart/2005/8/layout/hList1"/>
    <dgm:cxn modelId="{7434B1C4-A68B-47E3-B993-D63BB752A324}" type="presParOf" srcId="{2CB26EB1-828E-46B1-848D-CA062BADBB52}" destId="{689A51D7-52E8-4E4E-B8CA-4C46E1A31954}" srcOrd="3" destOrd="0" presId="urn:microsoft.com/office/officeart/2005/8/layout/hList1"/>
    <dgm:cxn modelId="{B7895996-665F-41BC-82F0-FCD91692D6DF}" type="presParOf" srcId="{2CB26EB1-828E-46B1-848D-CA062BADBB52}" destId="{0F15E558-DBEF-4988-B684-E678029AB9AC}" srcOrd="4" destOrd="0" presId="urn:microsoft.com/office/officeart/2005/8/layout/hList1"/>
    <dgm:cxn modelId="{22D247B0-C212-4F6D-8F13-3407BDCA3394}" type="presParOf" srcId="{0F15E558-DBEF-4988-B684-E678029AB9AC}" destId="{EDA5A033-B7BA-428F-ABC3-01BCAA43165C}" srcOrd="0" destOrd="0" presId="urn:microsoft.com/office/officeart/2005/8/layout/hList1"/>
    <dgm:cxn modelId="{32BDFD2C-BA33-4EA1-BFF7-1AA260C92BB4}" type="presParOf" srcId="{0F15E558-DBEF-4988-B684-E678029AB9AC}" destId="{972278DA-F6F2-45B6-B095-16915583DEF6}" srcOrd="1" destOrd="0" presId="urn:microsoft.com/office/officeart/2005/8/layout/hList1"/>
    <dgm:cxn modelId="{23978C69-7214-4243-81C7-2CB9B2F529DD}" type="presParOf" srcId="{2CB26EB1-828E-46B1-848D-CA062BADBB52}" destId="{14EBC588-91D4-419E-9814-E99C3C3CA2DE}" srcOrd="5" destOrd="0" presId="urn:microsoft.com/office/officeart/2005/8/layout/hList1"/>
    <dgm:cxn modelId="{CF6E0EE5-4FF5-4D74-AC1B-9B8A2C3D313D}" type="presParOf" srcId="{2CB26EB1-828E-46B1-848D-CA062BADBB52}" destId="{C5516057-4CCC-4E49-AA7D-29DF579CFCFB}" srcOrd="6" destOrd="0" presId="urn:microsoft.com/office/officeart/2005/8/layout/hList1"/>
    <dgm:cxn modelId="{83B70E4F-62A4-4AD4-8C3F-1AF11853CA05}" type="presParOf" srcId="{C5516057-4CCC-4E49-AA7D-29DF579CFCFB}" destId="{2C4579F4-1D05-4549-BE96-D4BB288EFFAA}" srcOrd="0" destOrd="0" presId="urn:microsoft.com/office/officeart/2005/8/layout/hList1"/>
    <dgm:cxn modelId="{8B8AD2F8-DDFC-455B-AD49-9FCEF9F8BB3D}" type="presParOf" srcId="{C5516057-4CCC-4E49-AA7D-29DF579CFCFB}" destId="{492744AC-CC4B-4F18-869B-65BEA488452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840CC94-E7B3-417F-BE74-54122112312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53AC6C-CE64-44F9-A700-FEC5E918FA00}">
      <dgm:prSet phldrT="[Text]"/>
      <dgm:spPr/>
      <dgm:t>
        <a:bodyPr/>
        <a:lstStyle/>
        <a:p>
          <a:r>
            <a:rPr lang="en-US" dirty="0" smtClean="0"/>
            <a:t>First Commit</a:t>
          </a:r>
          <a:br>
            <a:rPr lang="en-US" dirty="0" smtClean="0"/>
          </a:br>
          <a:r>
            <a:rPr lang="en-US" b="1" dirty="0" smtClean="0"/>
            <a:t>master HEAD</a:t>
          </a:r>
          <a:endParaRPr lang="en-US" b="1" dirty="0"/>
        </a:p>
      </dgm:t>
    </dgm:pt>
    <dgm:pt modelId="{B1436D5B-603E-4D16-8655-A601B9FBD881}" type="parTrans" cxnId="{E96B1C1E-3EAB-4DA4-89E9-2406B3793CD7}">
      <dgm:prSet/>
      <dgm:spPr/>
      <dgm:t>
        <a:bodyPr/>
        <a:lstStyle/>
        <a:p>
          <a:endParaRPr lang="en-US"/>
        </a:p>
      </dgm:t>
    </dgm:pt>
    <dgm:pt modelId="{36AAF4FE-61AE-464C-A6F2-5402B4159550}" type="sibTrans" cxnId="{E96B1C1E-3EAB-4DA4-89E9-2406B3793CD7}">
      <dgm:prSet/>
      <dgm:spPr/>
      <dgm:t>
        <a:bodyPr/>
        <a:lstStyle/>
        <a:p>
          <a:endParaRPr lang="en-US"/>
        </a:p>
      </dgm:t>
    </dgm:pt>
    <dgm:pt modelId="{59912117-1055-4075-A058-A1FA64375C1B}">
      <dgm:prSet phldrT="[Text]"/>
      <dgm:spPr/>
      <dgm:t>
        <a:bodyPr/>
        <a:lstStyle/>
        <a:p>
          <a:r>
            <a:rPr lang="en-US" dirty="0" smtClean="0"/>
            <a:t>working commit1</a:t>
          </a:r>
        </a:p>
      </dgm:t>
    </dgm:pt>
    <dgm:pt modelId="{8CCDE4E8-7CBC-4F3E-AD72-6E7989A41795}" type="parTrans" cxnId="{1BE15040-4032-4E1A-B628-61B760C9B23B}">
      <dgm:prSet/>
      <dgm:spPr/>
      <dgm:t>
        <a:bodyPr/>
        <a:lstStyle/>
        <a:p>
          <a:endParaRPr lang="en-US"/>
        </a:p>
      </dgm:t>
    </dgm:pt>
    <dgm:pt modelId="{BBD49112-E2AC-43F2-B380-2016A0E756BA}" type="sibTrans" cxnId="{1BE15040-4032-4E1A-B628-61B760C9B23B}">
      <dgm:prSet/>
      <dgm:spPr/>
      <dgm:t>
        <a:bodyPr/>
        <a:lstStyle/>
        <a:p>
          <a:endParaRPr lang="en-US"/>
        </a:p>
      </dgm:t>
    </dgm:pt>
    <dgm:pt modelId="{528D1C37-D037-45A8-861E-DE289AD711DF}">
      <dgm:prSet phldrT="[Text]"/>
      <dgm:spPr/>
      <dgm:t>
        <a:bodyPr/>
        <a:lstStyle/>
        <a:p>
          <a:r>
            <a:rPr lang="en-US" dirty="0" smtClean="0"/>
            <a:t>feature commit1</a:t>
          </a:r>
          <a:endParaRPr lang="en-US" dirty="0"/>
        </a:p>
      </dgm:t>
    </dgm:pt>
    <dgm:pt modelId="{616121FE-A242-488D-A239-C04EBDA25A6D}" type="parTrans" cxnId="{CF351E9B-CA4B-41FD-B63B-6EB64E0E5D82}">
      <dgm:prSet/>
      <dgm:spPr/>
      <dgm:t>
        <a:bodyPr/>
        <a:lstStyle/>
        <a:p>
          <a:endParaRPr lang="en-US"/>
        </a:p>
      </dgm:t>
    </dgm:pt>
    <dgm:pt modelId="{0E8F3B87-23D2-48E9-96CE-CF54B92F9D80}" type="sibTrans" cxnId="{CF351E9B-CA4B-41FD-B63B-6EB64E0E5D82}">
      <dgm:prSet/>
      <dgm:spPr/>
      <dgm:t>
        <a:bodyPr/>
        <a:lstStyle/>
        <a:p>
          <a:endParaRPr lang="en-US"/>
        </a:p>
      </dgm:t>
    </dgm:pt>
    <dgm:pt modelId="{68AD11F3-5834-4EF3-8B3C-6526BE95AA5F}">
      <dgm:prSet phldrT="[Text]"/>
      <dgm:spPr/>
      <dgm:t>
        <a:bodyPr/>
        <a:lstStyle/>
        <a:p>
          <a:r>
            <a:rPr lang="en-US" dirty="0" err="1" smtClean="0"/>
            <a:t>bugfix</a:t>
          </a:r>
          <a:r>
            <a:rPr lang="en-US" dirty="0" smtClean="0"/>
            <a:t> commit1</a:t>
          </a:r>
          <a:endParaRPr lang="en-US" dirty="0"/>
        </a:p>
      </dgm:t>
    </dgm:pt>
    <dgm:pt modelId="{A45C6020-FCF5-49C0-B3F0-73E44210FE4F}" type="parTrans" cxnId="{B918C183-97AB-4C16-96E0-FDDC3600EC1F}">
      <dgm:prSet/>
      <dgm:spPr/>
      <dgm:t>
        <a:bodyPr/>
        <a:lstStyle/>
        <a:p>
          <a:endParaRPr lang="en-US"/>
        </a:p>
      </dgm:t>
    </dgm:pt>
    <dgm:pt modelId="{D9269EA2-F54A-4E49-A290-1C5BEADB9EFC}" type="sibTrans" cxnId="{B918C183-97AB-4C16-96E0-FDDC3600EC1F}">
      <dgm:prSet/>
      <dgm:spPr/>
      <dgm:t>
        <a:bodyPr/>
        <a:lstStyle/>
        <a:p>
          <a:endParaRPr lang="en-US"/>
        </a:p>
      </dgm:t>
    </dgm:pt>
    <dgm:pt modelId="{8B3138C1-EC84-417A-AAF0-3045BA4DFDC0}">
      <dgm:prSet phldrT="[Text]"/>
      <dgm:spPr/>
      <dgm:t>
        <a:bodyPr/>
        <a:lstStyle/>
        <a:p>
          <a:r>
            <a:rPr lang="en-US" dirty="0" smtClean="0"/>
            <a:t>working commit2</a:t>
          </a:r>
        </a:p>
      </dgm:t>
    </dgm:pt>
    <dgm:pt modelId="{7692D722-F1C4-4C8D-A930-6E931960A12D}" type="parTrans" cxnId="{AC33550F-9E72-464A-AE07-1CD02ABB1780}">
      <dgm:prSet/>
      <dgm:spPr/>
      <dgm:t>
        <a:bodyPr/>
        <a:lstStyle/>
        <a:p>
          <a:endParaRPr lang="en-US"/>
        </a:p>
      </dgm:t>
    </dgm:pt>
    <dgm:pt modelId="{5D3B99CE-CBAC-491B-A971-14BB56BA4C91}" type="sibTrans" cxnId="{AC33550F-9E72-464A-AE07-1CD02ABB1780}">
      <dgm:prSet/>
      <dgm:spPr/>
      <dgm:t>
        <a:bodyPr/>
        <a:lstStyle/>
        <a:p>
          <a:endParaRPr lang="en-US"/>
        </a:p>
      </dgm:t>
    </dgm:pt>
    <dgm:pt modelId="{9A5BE1AE-F589-4037-83D0-10E77C8AB869}">
      <dgm:prSet phldrT="[Text]"/>
      <dgm:spPr/>
      <dgm:t>
        <a:bodyPr/>
        <a:lstStyle/>
        <a:p>
          <a:r>
            <a:rPr lang="en-US" dirty="0" smtClean="0"/>
            <a:t>working commit3</a:t>
          </a:r>
        </a:p>
      </dgm:t>
    </dgm:pt>
    <dgm:pt modelId="{5C01DD8C-5C6D-4D87-AFEE-D0EC9C97146E}" type="parTrans" cxnId="{EBE06AC3-A58F-4D23-A624-22020262D259}">
      <dgm:prSet/>
      <dgm:spPr/>
      <dgm:t>
        <a:bodyPr/>
        <a:lstStyle/>
        <a:p>
          <a:endParaRPr lang="en-US"/>
        </a:p>
      </dgm:t>
    </dgm:pt>
    <dgm:pt modelId="{34045E10-035A-4B36-BE36-5B83E6284EA0}" type="sibTrans" cxnId="{EBE06AC3-A58F-4D23-A624-22020262D259}">
      <dgm:prSet/>
      <dgm:spPr/>
      <dgm:t>
        <a:bodyPr/>
        <a:lstStyle/>
        <a:p>
          <a:endParaRPr lang="en-US"/>
        </a:p>
      </dgm:t>
    </dgm:pt>
    <dgm:pt modelId="{AACD206E-2CE9-46D1-809B-A4965EE8B3CF}">
      <dgm:prSet phldrT="[Text]"/>
      <dgm:spPr/>
      <dgm:t>
        <a:bodyPr/>
        <a:lstStyle/>
        <a:p>
          <a:r>
            <a:rPr lang="en-US" dirty="0" smtClean="0"/>
            <a:t>feature commit2</a:t>
          </a:r>
          <a:endParaRPr lang="en-US" dirty="0"/>
        </a:p>
      </dgm:t>
    </dgm:pt>
    <dgm:pt modelId="{66BFC48E-EBBC-4FE1-A0AC-C05E0588B88A}" type="parTrans" cxnId="{838B1F9D-BDB2-4031-8FD3-9534EDFA564A}">
      <dgm:prSet/>
      <dgm:spPr/>
      <dgm:t>
        <a:bodyPr/>
        <a:lstStyle/>
        <a:p>
          <a:endParaRPr lang="en-US"/>
        </a:p>
      </dgm:t>
    </dgm:pt>
    <dgm:pt modelId="{5F58040E-946C-4FA0-BDD0-EA7539CDF752}" type="sibTrans" cxnId="{838B1F9D-BDB2-4031-8FD3-9534EDFA564A}">
      <dgm:prSet/>
      <dgm:spPr/>
      <dgm:t>
        <a:bodyPr/>
        <a:lstStyle/>
        <a:p>
          <a:endParaRPr lang="en-US"/>
        </a:p>
      </dgm:t>
    </dgm:pt>
    <dgm:pt modelId="{F914813C-E7FC-4010-ACF1-FB4770F4763A}">
      <dgm:prSet phldrT="[Text]"/>
      <dgm:spPr/>
      <dgm:t>
        <a:bodyPr/>
        <a:lstStyle/>
        <a:p>
          <a:r>
            <a:rPr lang="en-US" dirty="0" smtClean="0"/>
            <a:t>feature commit3</a:t>
          </a:r>
          <a:endParaRPr lang="en-US" dirty="0"/>
        </a:p>
      </dgm:t>
    </dgm:pt>
    <dgm:pt modelId="{FF1B12CC-3997-483C-AC1A-F335F63068D9}" type="parTrans" cxnId="{96BCC0C6-37F7-4415-9441-336FE0E31C3B}">
      <dgm:prSet/>
      <dgm:spPr/>
      <dgm:t>
        <a:bodyPr/>
        <a:lstStyle/>
        <a:p>
          <a:endParaRPr lang="en-US"/>
        </a:p>
      </dgm:t>
    </dgm:pt>
    <dgm:pt modelId="{E980A5E8-0F9B-40FB-B4E3-FAC655E2AB59}" type="sibTrans" cxnId="{96BCC0C6-37F7-4415-9441-336FE0E31C3B}">
      <dgm:prSet/>
      <dgm:spPr/>
      <dgm:t>
        <a:bodyPr/>
        <a:lstStyle/>
        <a:p>
          <a:endParaRPr lang="en-US"/>
        </a:p>
      </dgm:t>
    </dgm:pt>
    <dgm:pt modelId="{C3D2208D-2D4A-4295-8BCE-1E437C0B3DE4}">
      <dgm:prSet phldrT="[Text]"/>
      <dgm:spPr/>
      <dgm:t>
        <a:bodyPr/>
        <a:lstStyle/>
        <a:p>
          <a:r>
            <a:rPr lang="en-US" dirty="0" err="1" smtClean="0"/>
            <a:t>bugfix</a:t>
          </a:r>
          <a:r>
            <a:rPr lang="en-US" dirty="0" smtClean="0"/>
            <a:t> commit2</a:t>
          </a:r>
          <a:endParaRPr lang="en-US" dirty="0"/>
        </a:p>
      </dgm:t>
    </dgm:pt>
    <dgm:pt modelId="{EE053152-40F7-4E8D-A4A8-2D8D5E8D5F4E}" type="parTrans" cxnId="{8A08F266-7477-4D3B-BE65-47DAECC897BB}">
      <dgm:prSet/>
      <dgm:spPr/>
      <dgm:t>
        <a:bodyPr/>
        <a:lstStyle/>
        <a:p>
          <a:endParaRPr lang="en-US"/>
        </a:p>
      </dgm:t>
    </dgm:pt>
    <dgm:pt modelId="{FEED9295-46A7-4B4D-AB28-643348A53AB1}" type="sibTrans" cxnId="{8A08F266-7477-4D3B-BE65-47DAECC897BB}">
      <dgm:prSet/>
      <dgm:spPr/>
      <dgm:t>
        <a:bodyPr/>
        <a:lstStyle/>
        <a:p>
          <a:endParaRPr lang="en-US"/>
        </a:p>
      </dgm:t>
    </dgm:pt>
    <dgm:pt modelId="{EC30FB16-F6A6-431A-BD33-4D5E3AE24B0A}">
      <dgm:prSet phldrT="[Text]"/>
      <dgm:spPr/>
      <dgm:t>
        <a:bodyPr/>
        <a:lstStyle/>
        <a:p>
          <a:r>
            <a:rPr lang="en-US" dirty="0" err="1" smtClean="0"/>
            <a:t>bugfix</a:t>
          </a:r>
          <a:r>
            <a:rPr lang="en-US" dirty="0" smtClean="0"/>
            <a:t> commit3</a:t>
          </a:r>
          <a:endParaRPr lang="en-US" dirty="0"/>
        </a:p>
      </dgm:t>
    </dgm:pt>
    <dgm:pt modelId="{A013DF62-6FA3-4CD4-A6FC-D1989117FE80}" type="parTrans" cxnId="{8B497743-7944-4C74-90B9-A554738CDE1A}">
      <dgm:prSet/>
      <dgm:spPr/>
      <dgm:t>
        <a:bodyPr/>
        <a:lstStyle/>
        <a:p>
          <a:endParaRPr lang="en-US"/>
        </a:p>
      </dgm:t>
    </dgm:pt>
    <dgm:pt modelId="{94FA0D99-3F88-499A-9490-0E24207D2147}" type="sibTrans" cxnId="{8B497743-7944-4C74-90B9-A554738CDE1A}">
      <dgm:prSet/>
      <dgm:spPr/>
      <dgm:t>
        <a:bodyPr/>
        <a:lstStyle/>
        <a:p>
          <a:endParaRPr lang="en-US"/>
        </a:p>
      </dgm:t>
    </dgm:pt>
    <dgm:pt modelId="{4455C569-0C8A-4C08-AD26-F60B56C32C87}" type="pres">
      <dgm:prSet presAssocID="{8840CC94-E7B3-417F-BE74-54122112312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C8ECAB5-E797-43D0-AFD8-9D61778929BC}" type="pres">
      <dgm:prSet presAssocID="{AB53AC6C-CE64-44F9-A700-FEC5E918FA00}" presName="hierRoot1" presStyleCnt="0">
        <dgm:presLayoutVars>
          <dgm:hierBranch val="init"/>
        </dgm:presLayoutVars>
      </dgm:prSet>
      <dgm:spPr/>
    </dgm:pt>
    <dgm:pt modelId="{494D02E1-9177-44C7-B8DC-A7D00860216F}" type="pres">
      <dgm:prSet presAssocID="{AB53AC6C-CE64-44F9-A700-FEC5E918FA00}" presName="rootComposite1" presStyleCnt="0"/>
      <dgm:spPr/>
    </dgm:pt>
    <dgm:pt modelId="{EE0424F1-4A7A-432A-86F2-63FDAEDDF925}" type="pres">
      <dgm:prSet presAssocID="{AB53AC6C-CE64-44F9-A700-FEC5E918FA0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2404B8-4FC2-4C5E-8C56-9DBF94C9F77A}" type="pres">
      <dgm:prSet presAssocID="{AB53AC6C-CE64-44F9-A700-FEC5E918FA0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F05A1AE-9C9D-48DA-846B-58E4D80CE9E5}" type="pres">
      <dgm:prSet presAssocID="{AB53AC6C-CE64-44F9-A700-FEC5E918FA00}" presName="hierChild2" presStyleCnt="0"/>
      <dgm:spPr/>
    </dgm:pt>
    <dgm:pt modelId="{795EF3FD-9AB9-4FA9-A7C0-0E95C48BB9FC}" type="pres">
      <dgm:prSet presAssocID="{8CCDE4E8-7CBC-4F3E-AD72-6E7989A41795}" presName="Name37" presStyleLbl="parChTrans1D2" presStyleIdx="0" presStyleCnt="3"/>
      <dgm:spPr/>
      <dgm:t>
        <a:bodyPr/>
        <a:lstStyle/>
        <a:p>
          <a:endParaRPr lang="en-US"/>
        </a:p>
      </dgm:t>
    </dgm:pt>
    <dgm:pt modelId="{14965451-28F9-4051-917C-9BB885CE7B4D}" type="pres">
      <dgm:prSet presAssocID="{59912117-1055-4075-A058-A1FA64375C1B}" presName="hierRoot2" presStyleCnt="0">
        <dgm:presLayoutVars>
          <dgm:hierBranch val="init"/>
        </dgm:presLayoutVars>
      </dgm:prSet>
      <dgm:spPr/>
    </dgm:pt>
    <dgm:pt modelId="{4187665F-41BF-475D-A665-08EA53F2F0C0}" type="pres">
      <dgm:prSet presAssocID="{59912117-1055-4075-A058-A1FA64375C1B}" presName="rootComposite" presStyleCnt="0"/>
      <dgm:spPr/>
    </dgm:pt>
    <dgm:pt modelId="{A3E0C842-A0A5-405C-A4C1-3DAF447A9F3B}" type="pres">
      <dgm:prSet presAssocID="{59912117-1055-4075-A058-A1FA64375C1B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69FC3B-91C0-4146-98B8-85246CB84526}" type="pres">
      <dgm:prSet presAssocID="{59912117-1055-4075-A058-A1FA64375C1B}" presName="rootConnector" presStyleLbl="node2" presStyleIdx="0" presStyleCnt="3"/>
      <dgm:spPr/>
      <dgm:t>
        <a:bodyPr/>
        <a:lstStyle/>
        <a:p>
          <a:endParaRPr lang="en-US"/>
        </a:p>
      </dgm:t>
    </dgm:pt>
    <dgm:pt modelId="{67C1E7B8-5FF6-4719-9C95-80A98953F09D}" type="pres">
      <dgm:prSet presAssocID="{59912117-1055-4075-A058-A1FA64375C1B}" presName="hierChild4" presStyleCnt="0"/>
      <dgm:spPr/>
    </dgm:pt>
    <dgm:pt modelId="{660B650F-CAD8-4DB3-AC11-5B64B27C170F}" type="pres">
      <dgm:prSet presAssocID="{7692D722-F1C4-4C8D-A930-6E931960A12D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F893694-0F98-4AD6-BFF3-18AC0DE11632}" type="pres">
      <dgm:prSet presAssocID="{8B3138C1-EC84-417A-AAF0-3045BA4DFDC0}" presName="hierRoot2" presStyleCnt="0">
        <dgm:presLayoutVars>
          <dgm:hierBranch val="init"/>
        </dgm:presLayoutVars>
      </dgm:prSet>
      <dgm:spPr/>
    </dgm:pt>
    <dgm:pt modelId="{E6B431E3-C2B7-427B-ABA7-299ED49B179F}" type="pres">
      <dgm:prSet presAssocID="{8B3138C1-EC84-417A-AAF0-3045BA4DFDC0}" presName="rootComposite" presStyleCnt="0"/>
      <dgm:spPr/>
    </dgm:pt>
    <dgm:pt modelId="{65E8B4BC-BB93-461E-8918-549639E99062}" type="pres">
      <dgm:prSet presAssocID="{8B3138C1-EC84-417A-AAF0-3045BA4DFDC0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4176542-5A3B-4257-A6AC-7BFC791BE4BF}" type="pres">
      <dgm:prSet presAssocID="{8B3138C1-EC84-417A-AAF0-3045BA4DFDC0}" presName="rootConnector" presStyleLbl="node3" presStyleIdx="0" presStyleCnt="3"/>
      <dgm:spPr/>
      <dgm:t>
        <a:bodyPr/>
        <a:lstStyle/>
        <a:p>
          <a:endParaRPr lang="en-US"/>
        </a:p>
      </dgm:t>
    </dgm:pt>
    <dgm:pt modelId="{C84462CA-089F-4251-86D5-4DB6FB24AC4B}" type="pres">
      <dgm:prSet presAssocID="{8B3138C1-EC84-417A-AAF0-3045BA4DFDC0}" presName="hierChild4" presStyleCnt="0"/>
      <dgm:spPr/>
    </dgm:pt>
    <dgm:pt modelId="{E3144EB2-2B29-4EC0-9389-924DD53E26B0}" type="pres">
      <dgm:prSet presAssocID="{5C01DD8C-5C6D-4D87-AFEE-D0EC9C97146E}" presName="Name37" presStyleLbl="parChTrans1D4" presStyleIdx="0" presStyleCnt="3"/>
      <dgm:spPr/>
      <dgm:t>
        <a:bodyPr/>
        <a:lstStyle/>
        <a:p>
          <a:endParaRPr lang="en-US"/>
        </a:p>
      </dgm:t>
    </dgm:pt>
    <dgm:pt modelId="{616E6853-8C76-4D2E-AFC8-5867BDAD6C58}" type="pres">
      <dgm:prSet presAssocID="{9A5BE1AE-F589-4037-83D0-10E77C8AB869}" presName="hierRoot2" presStyleCnt="0">
        <dgm:presLayoutVars>
          <dgm:hierBranch val="init"/>
        </dgm:presLayoutVars>
      </dgm:prSet>
      <dgm:spPr/>
    </dgm:pt>
    <dgm:pt modelId="{517189F4-C1EC-4279-936D-11DEB1727CCC}" type="pres">
      <dgm:prSet presAssocID="{9A5BE1AE-F589-4037-83D0-10E77C8AB869}" presName="rootComposite" presStyleCnt="0"/>
      <dgm:spPr/>
    </dgm:pt>
    <dgm:pt modelId="{8822815B-9C84-488D-BB43-CE376FD2F412}" type="pres">
      <dgm:prSet presAssocID="{9A5BE1AE-F589-4037-83D0-10E77C8AB869}" presName="rootText" presStyleLbl="node4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53B299-94A5-4571-9FC0-8DDED7DCBC1E}" type="pres">
      <dgm:prSet presAssocID="{9A5BE1AE-F589-4037-83D0-10E77C8AB869}" presName="rootConnector" presStyleLbl="node4" presStyleIdx="0" presStyleCnt="3"/>
      <dgm:spPr/>
      <dgm:t>
        <a:bodyPr/>
        <a:lstStyle/>
        <a:p>
          <a:endParaRPr lang="en-US"/>
        </a:p>
      </dgm:t>
    </dgm:pt>
    <dgm:pt modelId="{90B9630C-75FB-4428-9571-CFA7AE81A2FD}" type="pres">
      <dgm:prSet presAssocID="{9A5BE1AE-F589-4037-83D0-10E77C8AB869}" presName="hierChild4" presStyleCnt="0"/>
      <dgm:spPr/>
    </dgm:pt>
    <dgm:pt modelId="{B67B9B92-09DA-4291-8F24-96B715B8AE68}" type="pres">
      <dgm:prSet presAssocID="{9A5BE1AE-F589-4037-83D0-10E77C8AB869}" presName="hierChild5" presStyleCnt="0"/>
      <dgm:spPr/>
    </dgm:pt>
    <dgm:pt modelId="{27CE6D3B-2BAA-4092-85F4-01EF9AB090D2}" type="pres">
      <dgm:prSet presAssocID="{8B3138C1-EC84-417A-AAF0-3045BA4DFDC0}" presName="hierChild5" presStyleCnt="0"/>
      <dgm:spPr/>
    </dgm:pt>
    <dgm:pt modelId="{9909FE72-3D96-42F7-84D0-21762274413D}" type="pres">
      <dgm:prSet presAssocID="{59912117-1055-4075-A058-A1FA64375C1B}" presName="hierChild5" presStyleCnt="0"/>
      <dgm:spPr/>
    </dgm:pt>
    <dgm:pt modelId="{CC55FA32-48CF-40DD-BE37-CCF3E6AA7EBD}" type="pres">
      <dgm:prSet presAssocID="{616121FE-A242-488D-A239-C04EBDA25A6D}" presName="Name37" presStyleLbl="parChTrans1D2" presStyleIdx="1" presStyleCnt="3"/>
      <dgm:spPr/>
      <dgm:t>
        <a:bodyPr/>
        <a:lstStyle/>
        <a:p>
          <a:endParaRPr lang="en-US"/>
        </a:p>
      </dgm:t>
    </dgm:pt>
    <dgm:pt modelId="{13D675DD-8F09-4B42-8624-35A2A686D407}" type="pres">
      <dgm:prSet presAssocID="{528D1C37-D037-45A8-861E-DE289AD711DF}" presName="hierRoot2" presStyleCnt="0">
        <dgm:presLayoutVars>
          <dgm:hierBranch val="init"/>
        </dgm:presLayoutVars>
      </dgm:prSet>
      <dgm:spPr/>
    </dgm:pt>
    <dgm:pt modelId="{8CF3B60F-F138-4D81-87B5-347D7362EE90}" type="pres">
      <dgm:prSet presAssocID="{528D1C37-D037-45A8-861E-DE289AD711DF}" presName="rootComposite" presStyleCnt="0"/>
      <dgm:spPr/>
    </dgm:pt>
    <dgm:pt modelId="{67E65B21-DA04-4D33-84FE-DA1C3DF1C52F}" type="pres">
      <dgm:prSet presAssocID="{528D1C37-D037-45A8-861E-DE289AD711DF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30D5AC7-8788-448F-949F-9EABDAE7ADA3}" type="pres">
      <dgm:prSet presAssocID="{528D1C37-D037-45A8-861E-DE289AD711DF}" presName="rootConnector" presStyleLbl="node2" presStyleIdx="1" presStyleCnt="3"/>
      <dgm:spPr/>
      <dgm:t>
        <a:bodyPr/>
        <a:lstStyle/>
        <a:p>
          <a:endParaRPr lang="en-US"/>
        </a:p>
      </dgm:t>
    </dgm:pt>
    <dgm:pt modelId="{6CCF6D6F-22B8-4523-9C3E-A613F747DC48}" type="pres">
      <dgm:prSet presAssocID="{528D1C37-D037-45A8-861E-DE289AD711DF}" presName="hierChild4" presStyleCnt="0"/>
      <dgm:spPr/>
    </dgm:pt>
    <dgm:pt modelId="{3FD65FF5-C6C8-490E-8751-7A549E5F226E}" type="pres">
      <dgm:prSet presAssocID="{66BFC48E-EBBC-4FE1-A0AC-C05E0588B88A}" presName="Name37" presStyleLbl="parChTrans1D3" presStyleIdx="1" presStyleCnt="3"/>
      <dgm:spPr/>
      <dgm:t>
        <a:bodyPr/>
        <a:lstStyle/>
        <a:p>
          <a:endParaRPr lang="en-US"/>
        </a:p>
      </dgm:t>
    </dgm:pt>
    <dgm:pt modelId="{C18B7A27-237A-4A90-95AF-238FDD0F3312}" type="pres">
      <dgm:prSet presAssocID="{AACD206E-2CE9-46D1-809B-A4965EE8B3CF}" presName="hierRoot2" presStyleCnt="0">
        <dgm:presLayoutVars>
          <dgm:hierBranch val="init"/>
        </dgm:presLayoutVars>
      </dgm:prSet>
      <dgm:spPr/>
    </dgm:pt>
    <dgm:pt modelId="{C0626135-F9F7-4A37-85A7-12A658762E9D}" type="pres">
      <dgm:prSet presAssocID="{AACD206E-2CE9-46D1-809B-A4965EE8B3CF}" presName="rootComposite" presStyleCnt="0"/>
      <dgm:spPr/>
    </dgm:pt>
    <dgm:pt modelId="{A3BE67D3-C254-4152-B1BD-82376B1230B5}" type="pres">
      <dgm:prSet presAssocID="{AACD206E-2CE9-46D1-809B-A4965EE8B3CF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3824F1-D834-4CE0-BD2B-D41D868DE3FB}" type="pres">
      <dgm:prSet presAssocID="{AACD206E-2CE9-46D1-809B-A4965EE8B3CF}" presName="rootConnector" presStyleLbl="node3" presStyleIdx="1" presStyleCnt="3"/>
      <dgm:spPr/>
      <dgm:t>
        <a:bodyPr/>
        <a:lstStyle/>
        <a:p>
          <a:endParaRPr lang="en-US"/>
        </a:p>
      </dgm:t>
    </dgm:pt>
    <dgm:pt modelId="{9A0D6CBF-A6EE-4E57-8C92-9BF3628776EB}" type="pres">
      <dgm:prSet presAssocID="{AACD206E-2CE9-46D1-809B-A4965EE8B3CF}" presName="hierChild4" presStyleCnt="0"/>
      <dgm:spPr/>
    </dgm:pt>
    <dgm:pt modelId="{3CF035AB-05FF-4488-BF35-8D177FE16BBC}" type="pres">
      <dgm:prSet presAssocID="{FF1B12CC-3997-483C-AC1A-F335F63068D9}" presName="Name37" presStyleLbl="parChTrans1D4" presStyleIdx="1" presStyleCnt="3"/>
      <dgm:spPr/>
      <dgm:t>
        <a:bodyPr/>
        <a:lstStyle/>
        <a:p>
          <a:endParaRPr lang="en-US"/>
        </a:p>
      </dgm:t>
    </dgm:pt>
    <dgm:pt modelId="{49B5DAF5-89C9-45C8-B7FC-404B46B34F81}" type="pres">
      <dgm:prSet presAssocID="{F914813C-E7FC-4010-ACF1-FB4770F4763A}" presName="hierRoot2" presStyleCnt="0">
        <dgm:presLayoutVars>
          <dgm:hierBranch val="init"/>
        </dgm:presLayoutVars>
      </dgm:prSet>
      <dgm:spPr/>
    </dgm:pt>
    <dgm:pt modelId="{8421B285-2A71-4E6C-8ECE-6B523EC101AE}" type="pres">
      <dgm:prSet presAssocID="{F914813C-E7FC-4010-ACF1-FB4770F4763A}" presName="rootComposite" presStyleCnt="0"/>
      <dgm:spPr/>
    </dgm:pt>
    <dgm:pt modelId="{FD7669D7-0FE5-4A0E-9704-12DA338A0803}" type="pres">
      <dgm:prSet presAssocID="{F914813C-E7FC-4010-ACF1-FB4770F4763A}" presName="rootText" presStyleLbl="node4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997FEE9-DD00-43CF-B070-5EB1BB028202}" type="pres">
      <dgm:prSet presAssocID="{F914813C-E7FC-4010-ACF1-FB4770F4763A}" presName="rootConnector" presStyleLbl="node4" presStyleIdx="1" presStyleCnt="3"/>
      <dgm:spPr/>
      <dgm:t>
        <a:bodyPr/>
        <a:lstStyle/>
        <a:p>
          <a:endParaRPr lang="en-US"/>
        </a:p>
      </dgm:t>
    </dgm:pt>
    <dgm:pt modelId="{64DE5634-D185-4EDA-A984-E6F54114C36C}" type="pres">
      <dgm:prSet presAssocID="{F914813C-E7FC-4010-ACF1-FB4770F4763A}" presName="hierChild4" presStyleCnt="0"/>
      <dgm:spPr/>
    </dgm:pt>
    <dgm:pt modelId="{25156F36-BD0B-4D0B-952D-F436CD4700B9}" type="pres">
      <dgm:prSet presAssocID="{F914813C-E7FC-4010-ACF1-FB4770F4763A}" presName="hierChild5" presStyleCnt="0"/>
      <dgm:spPr/>
    </dgm:pt>
    <dgm:pt modelId="{7DBF47D3-C218-4330-90CC-12200737EF6D}" type="pres">
      <dgm:prSet presAssocID="{AACD206E-2CE9-46D1-809B-A4965EE8B3CF}" presName="hierChild5" presStyleCnt="0"/>
      <dgm:spPr/>
    </dgm:pt>
    <dgm:pt modelId="{301F18D7-C9CC-48E7-8734-B8747EE2096F}" type="pres">
      <dgm:prSet presAssocID="{528D1C37-D037-45A8-861E-DE289AD711DF}" presName="hierChild5" presStyleCnt="0"/>
      <dgm:spPr/>
    </dgm:pt>
    <dgm:pt modelId="{220AA603-B7E9-4880-8FE0-3BE2396BDDB8}" type="pres">
      <dgm:prSet presAssocID="{A45C6020-FCF5-49C0-B3F0-73E44210FE4F}" presName="Name37" presStyleLbl="parChTrans1D2" presStyleIdx="2" presStyleCnt="3"/>
      <dgm:spPr/>
      <dgm:t>
        <a:bodyPr/>
        <a:lstStyle/>
        <a:p>
          <a:endParaRPr lang="en-US"/>
        </a:p>
      </dgm:t>
    </dgm:pt>
    <dgm:pt modelId="{5E1653C9-7359-4B0B-8B3C-4F01A785094E}" type="pres">
      <dgm:prSet presAssocID="{68AD11F3-5834-4EF3-8B3C-6526BE95AA5F}" presName="hierRoot2" presStyleCnt="0">
        <dgm:presLayoutVars>
          <dgm:hierBranch val="init"/>
        </dgm:presLayoutVars>
      </dgm:prSet>
      <dgm:spPr/>
    </dgm:pt>
    <dgm:pt modelId="{D5DE4F91-2D31-4A55-9C34-02DB31F2EC1C}" type="pres">
      <dgm:prSet presAssocID="{68AD11F3-5834-4EF3-8B3C-6526BE95AA5F}" presName="rootComposite" presStyleCnt="0"/>
      <dgm:spPr/>
    </dgm:pt>
    <dgm:pt modelId="{5E2E86C2-3A11-45D3-9017-09938B7BF931}" type="pres">
      <dgm:prSet presAssocID="{68AD11F3-5834-4EF3-8B3C-6526BE95AA5F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A94FE0-D95A-4F59-AC3C-45714E759EC0}" type="pres">
      <dgm:prSet presAssocID="{68AD11F3-5834-4EF3-8B3C-6526BE95AA5F}" presName="rootConnector" presStyleLbl="node2" presStyleIdx="2" presStyleCnt="3"/>
      <dgm:spPr/>
      <dgm:t>
        <a:bodyPr/>
        <a:lstStyle/>
        <a:p>
          <a:endParaRPr lang="en-US"/>
        </a:p>
      </dgm:t>
    </dgm:pt>
    <dgm:pt modelId="{BB1B4944-6CCE-474D-83C6-B954727CB868}" type="pres">
      <dgm:prSet presAssocID="{68AD11F3-5834-4EF3-8B3C-6526BE95AA5F}" presName="hierChild4" presStyleCnt="0"/>
      <dgm:spPr/>
    </dgm:pt>
    <dgm:pt modelId="{E76E8C69-2810-4F1D-84B2-870E9C86220F}" type="pres">
      <dgm:prSet presAssocID="{EE053152-40F7-4E8D-A4A8-2D8D5E8D5F4E}" presName="Name37" presStyleLbl="parChTrans1D3" presStyleIdx="2" presStyleCnt="3"/>
      <dgm:spPr/>
      <dgm:t>
        <a:bodyPr/>
        <a:lstStyle/>
        <a:p>
          <a:endParaRPr lang="en-US"/>
        </a:p>
      </dgm:t>
    </dgm:pt>
    <dgm:pt modelId="{C95B870A-7327-450F-961F-9E99AD72AB20}" type="pres">
      <dgm:prSet presAssocID="{C3D2208D-2D4A-4295-8BCE-1E437C0B3DE4}" presName="hierRoot2" presStyleCnt="0">
        <dgm:presLayoutVars>
          <dgm:hierBranch val="init"/>
        </dgm:presLayoutVars>
      </dgm:prSet>
      <dgm:spPr/>
    </dgm:pt>
    <dgm:pt modelId="{37186E15-FBFA-4A56-95C2-F9C8FB7807D5}" type="pres">
      <dgm:prSet presAssocID="{C3D2208D-2D4A-4295-8BCE-1E437C0B3DE4}" presName="rootComposite" presStyleCnt="0"/>
      <dgm:spPr/>
    </dgm:pt>
    <dgm:pt modelId="{DFA71915-7057-44A7-9C50-8989E9FC82AA}" type="pres">
      <dgm:prSet presAssocID="{C3D2208D-2D4A-4295-8BCE-1E437C0B3DE4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EBBDA76-37FE-41F7-A72B-3A41884C73D7}" type="pres">
      <dgm:prSet presAssocID="{C3D2208D-2D4A-4295-8BCE-1E437C0B3DE4}" presName="rootConnector" presStyleLbl="node3" presStyleIdx="2" presStyleCnt="3"/>
      <dgm:spPr/>
      <dgm:t>
        <a:bodyPr/>
        <a:lstStyle/>
        <a:p>
          <a:endParaRPr lang="en-US"/>
        </a:p>
      </dgm:t>
    </dgm:pt>
    <dgm:pt modelId="{AD08EA9C-F204-4404-9A08-8D7752592429}" type="pres">
      <dgm:prSet presAssocID="{C3D2208D-2D4A-4295-8BCE-1E437C0B3DE4}" presName="hierChild4" presStyleCnt="0"/>
      <dgm:spPr/>
    </dgm:pt>
    <dgm:pt modelId="{24A23A6A-35DC-456B-A498-822DABA53ED8}" type="pres">
      <dgm:prSet presAssocID="{A013DF62-6FA3-4CD4-A6FC-D1989117FE80}" presName="Name37" presStyleLbl="parChTrans1D4" presStyleIdx="2" presStyleCnt="3"/>
      <dgm:spPr/>
      <dgm:t>
        <a:bodyPr/>
        <a:lstStyle/>
        <a:p>
          <a:endParaRPr lang="en-US"/>
        </a:p>
      </dgm:t>
    </dgm:pt>
    <dgm:pt modelId="{C0DE2BA9-A949-4F37-808C-038C0D1A0F28}" type="pres">
      <dgm:prSet presAssocID="{EC30FB16-F6A6-431A-BD33-4D5E3AE24B0A}" presName="hierRoot2" presStyleCnt="0">
        <dgm:presLayoutVars>
          <dgm:hierBranch val="init"/>
        </dgm:presLayoutVars>
      </dgm:prSet>
      <dgm:spPr/>
    </dgm:pt>
    <dgm:pt modelId="{4443C437-0886-4E01-A47D-6A735CB92A8C}" type="pres">
      <dgm:prSet presAssocID="{EC30FB16-F6A6-431A-BD33-4D5E3AE24B0A}" presName="rootComposite" presStyleCnt="0"/>
      <dgm:spPr/>
    </dgm:pt>
    <dgm:pt modelId="{5E83EE65-756E-4B16-B8BD-932970122C17}" type="pres">
      <dgm:prSet presAssocID="{EC30FB16-F6A6-431A-BD33-4D5E3AE24B0A}" presName="rootText" presStyleLbl="node4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658E1D-B0E0-4E23-A356-1CBEF71439CB}" type="pres">
      <dgm:prSet presAssocID="{EC30FB16-F6A6-431A-BD33-4D5E3AE24B0A}" presName="rootConnector" presStyleLbl="node4" presStyleIdx="2" presStyleCnt="3"/>
      <dgm:spPr/>
      <dgm:t>
        <a:bodyPr/>
        <a:lstStyle/>
        <a:p>
          <a:endParaRPr lang="en-US"/>
        </a:p>
      </dgm:t>
    </dgm:pt>
    <dgm:pt modelId="{2918B1F3-12BF-44F5-95A8-3D839B42968C}" type="pres">
      <dgm:prSet presAssocID="{EC30FB16-F6A6-431A-BD33-4D5E3AE24B0A}" presName="hierChild4" presStyleCnt="0"/>
      <dgm:spPr/>
    </dgm:pt>
    <dgm:pt modelId="{D23B94F1-4719-4D44-9258-14241F4B0BAF}" type="pres">
      <dgm:prSet presAssocID="{EC30FB16-F6A6-431A-BD33-4D5E3AE24B0A}" presName="hierChild5" presStyleCnt="0"/>
      <dgm:spPr/>
    </dgm:pt>
    <dgm:pt modelId="{7C4D8015-C561-45C7-BB50-1AEFDAE0E406}" type="pres">
      <dgm:prSet presAssocID="{C3D2208D-2D4A-4295-8BCE-1E437C0B3DE4}" presName="hierChild5" presStyleCnt="0"/>
      <dgm:spPr/>
    </dgm:pt>
    <dgm:pt modelId="{73964BC6-587B-4140-9F8F-04C6E424766B}" type="pres">
      <dgm:prSet presAssocID="{68AD11F3-5834-4EF3-8B3C-6526BE95AA5F}" presName="hierChild5" presStyleCnt="0"/>
      <dgm:spPr/>
    </dgm:pt>
    <dgm:pt modelId="{40CA24BA-ABAF-4B7D-9E8F-B9658CC3A646}" type="pres">
      <dgm:prSet presAssocID="{AB53AC6C-CE64-44F9-A700-FEC5E918FA00}" presName="hierChild3" presStyleCnt="0"/>
      <dgm:spPr/>
    </dgm:pt>
  </dgm:ptLst>
  <dgm:cxnLst>
    <dgm:cxn modelId="{CBBB8DAF-21F7-44BA-92DD-28676C9EB24A}" type="presOf" srcId="{8B3138C1-EC84-417A-AAF0-3045BA4DFDC0}" destId="{65E8B4BC-BB93-461E-8918-549639E99062}" srcOrd="0" destOrd="0" presId="urn:microsoft.com/office/officeart/2005/8/layout/orgChart1"/>
    <dgm:cxn modelId="{E6FB8CE0-FFA8-4ADC-A2E0-7AD08044B00A}" type="presOf" srcId="{AACD206E-2CE9-46D1-809B-A4965EE8B3CF}" destId="{4A3824F1-D834-4CE0-BD2B-D41D868DE3FB}" srcOrd="1" destOrd="0" presId="urn:microsoft.com/office/officeart/2005/8/layout/orgChart1"/>
    <dgm:cxn modelId="{AC33550F-9E72-464A-AE07-1CD02ABB1780}" srcId="{59912117-1055-4075-A058-A1FA64375C1B}" destId="{8B3138C1-EC84-417A-AAF0-3045BA4DFDC0}" srcOrd="0" destOrd="0" parTransId="{7692D722-F1C4-4C8D-A930-6E931960A12D}" sibTransId="{5D3B99CE-CBAC-491B-A971-14BB56BA4C91}"/>
    <dgm:cxn modelId="{508170BC-C8D0-467A-A4DA-88581470FC63}" type="presOf" srcId="{AACD206E-2CE9-46D1-809B-A4965EE8B3CF}" destId="{A3BE67D3-C254-4152-B1BD-82376B1230B5}" srcOrd="0" destOrd="0" presId="urn:microsoft.com/office/officeart/2005/8/layout/orgChart1"/>
    <dgm:cxn modelId="{E96B1C1E-3EAB-4DA4-89E9-2406B3793CD7}" srcId="{8840CC94-E7B3-417F-BE74-541221123124}" destId="{AB53AC6C-CE64-44F9-A700-FEC5E918FA00}" srcOrd="0" destOrd="0" parTransId="{B1436D5B-603E-4D16-8655-A601B9FBD881}" sibTransId="{36AAF4FE-61AE-464C-A6F2-5402B4159550}"/>
    <dgm:cxn modelId="{50F0C3A6-14D3-45B5-A3ED-18265AD30ADC}" type="presOf" srcId="{9A5BE1AE-F589-4037-83D0-10E77C8AB869}" destId="{8822815B-9C84-488D-BB43-CE376FD2F412}" srcOrd="0" destOrd="0" presId="urn:microsoft.com/office/officeart/2005/8/layout/orgChart1"/>
    <dgm:cxn modelId="{F3A029ED-4DDC-489D-86AE-8323CA2793CB}" type="presOf" srcId="{5C01DD8C-5C6D-4D87-AFEE-D0EC9C97146E}" destId="{E3144EB2-2B29-4EC0-9389-924DD53E26B0}" srcOrd="0" destOrd="0" presId="urn:microsoft.com/office/officeart/2005/8/layout/orgChart1"/>
    <dgm:cxn modelId="{9EF4C22D-B5EC-450F-982C-1DDC9AC3DAED}" type="presOf" srcId="{59912117-1055-4075-A058-A1FA64375C1B}" destId="{A3E0C842-A0A5-405C-A4C1-3DAF447A9F3B}" srcOrd="0" destOrd="0" presId="urn:microsoft.com/office/officeart/2005/8/layout/orgChart1"/>
    <dgm:cxn modelId="{3FF13D8E-0569-4B0A-AF03-39BB41E5B0E6}" type="presOf" srcId="{C3D2208D-2D4A-4295-8BCE-1E437C0B3DE4}" destId="{5EBBDA76-37FE-41F7-A72B-3A41884C73D7}" srcOrd="1" destOrd="0" presId="urn:microsoft.com/office/officeart/2005/8/layout/orgChart1"/>
    <dgm:cxn modelId="{DF26A3BF-F718-4205-90EC-5013317AFFD7}" type="presOf" srcId="{9A5BE1AE-F589-4037-83D0-10E77C8AB869}" destId="{D953B299-94A5-4571-9FC0-8DDED7DCBC1E}" srcOrd="1" destOrd="0" presId="urn:microsoft.com/office/officeart/2005/8/layout/orgChart1"/>
    <dgm:cxn modelId="{9A155A29-09B2-4148-BE27-314CBFA15376}" type="presOf" srcId="{C3D2208D-2D4A-4295-8BCE-1E437C0B3DE4}" destId="{DFA71915-7057-44A7-9C50-8989E9FC82AA}" srcOrd="0" destOrd="0" presId="urn:microsoft.com/office/officeart/2005/8/layout/orgChart1"/>
    <dgm:cxn modelId="{C84B39EB-9880-4908-A15F-8B4BDB8FFF18}" type="presOf" srcId="{66BFC48E-EBBC-4FE1-A0AC-C05E0588B88A}" destId="{3FD65FF5-C6C8-490E-8751-7A549E5F226E}" srcOrd="0" destOrd="0" presId="urn:microsoft.com/office/officeart/2005/8/layout/orgChart1"/>
    <dgm:cxn modelId="{29D23A22-9DAA-46A9-AC7A-9521D97B1E1B}" type="presOf" srcId="{F914813C-E7FC-4010-ACF1-FB4770F4763A}" destId="{4997FEE9-DD00-43CF-B070-5EB1BB028202}" srcOrd="1" destOrd="0" presId="urn:microsoft.com/office/officeart/2005/8/layout/orgChart1"/>
    <dgm:cxn modelId="{AE425FE4-762F-45EB-9DDE-6B84D7D15369}" type="presOf" srcId="{8CCDE4E8-7CBC-4F3E-AD72-6E7989A41795}" destId="{795EF3FD-9AB9-4FA9-A7C0-0E95C48BB9FC}" srcOrd="0" destOrd="0" presId="urn:microsoft.com/office/officeart/2005/8/layout/orgChart1"/>
    <dgm:cxn modelId="{CF351E9B-CA4B-41FD-B63B-6EB64E0E5D82}" srcId="{AB53AC6C-CE64-44F9-A700-FEC5E918FA00}" destId="{528D1C37-D037-45A8-861E-DE289AD711DF}" srcOrd="1" destOrd="0" parTransId="{616121FE-A242-488D-A239-C04EBDA25A6D}" sibTransId="{0E8F3B87-23D2-48E9-96CE-CF54B92F9D80}"/>
    <dgm:cxn modelId="{8B497743-7944-4C74-90B9-A554738CDE1A}" srcId="{C3D2208D-2D4A-4295-8BCE-1E437C0B3DE4}" destId="{EC30FB16-F6A6-431A-BD33-4D5E3AE24B0A}" srcOrd="0" destOrd="0" parTransId="{A013DF62-6FA3-4CD4-A6FC-D1989117FE80}" sibTransId="{94FA0D99-3F88-499A-9490-0E24207D2147}"/>
    <dgm:cxn modelId="{62DFF161-3452-4A13-B64B-2B8BB1B9B71A}" type="presOf" srcId="{528D1C37-D037-45A8-861E-DE289AD711DF}" destId="{67E65B21-DA04-4D33-84FE-DA1C3DF1C52F}" srcOrd="0" destOrd="0" presId="urn:microsoft.com/office/officeart/2005/8/layout/orgChart1"/>
    <dgm:cxn modelId="{DFF0DCB5-B6C1-4350-B1FB-1FE2013B2FC9}" type="presOf" srcId="{FF1B12CC-3997-483C-AC1A-F335F63068D9}" destId="{3CF035AB-05FF-4488-BF35-8D177FE16BBC}" srcOrd="0" destOrd="0" presId="urn:microsoft.com/office/officeart/2005/8/layout/orgChart1"/>
    <dgm:cxn modelId="{DB515903-C59E-414E-85D9-4A177E64336C}" type="presOf" srcId="{68AD11F3-5834-4EF3-8B3C-6526BE95AA5F}" destId="{94A94FE0-D95A-4F59-AC3C-45714E759EC0}" srcOrd="1" destOrd="0" presId="urn:microsoft.com/office/officeart/2005/8/layout/orgChart1"/>
    <dgm:cxn modelId="{1BE15040-4032-4E1A-B628-61B760C9B23B}" srcId="{AB53AC6C-CE64-44F9-A700-FEC5E918FA00}" destId="{59912117-1055-4075-A058-A1FA64375C1B}" srcOrd="0" destOrd="0" parTransId="{8CCDE4E8-7CBC-4F3E-AD72-6E7989A41795}" sibTransId="{BBD49112-E2AC-43F2-B380-2016A0E756BA}"/>
    <dgm:cxn modelId="{AA42D8A5-B31E-4665-BDCF-AA99DBA3DE19}" type="presOf" srcId="{528D1C37-D037-45A8-861E-DE289AD711DF}" destId="{030D5AC7-8788-448F-949F-9EABDAE7ADA3}" srcOrd="1" destOrd="0" presId="urn:microsoft.com/office/officeart/2005/8/layout/orgChart1"/>
    <dgm:cxn modelId="{B9FF1660-F224-4F98-A139-562C531F11A2}" type="presOf" srcId="{A45C6020-FCF5-49C0-B3F0-73E44210FE4F}" destId="{220AA603-B7E9-4880-8FE0-3BE2396BDDB8}" srcOrd="0" destOrd="0" presId="urn:microsoft.com/office/officeart/2005/8/layout/orgChart1"/>
    <dgm:cxn modelId="{F23E7876-2110-43B9-BCD8-9DE45FB116AD}" type="presOf" srcId="{AB53AC6C-CE64-44F9-A700-FEC5E918FA00}" destId="{EE0424F1-4A7A-432A-86F2-63FDAEDDF925}" srcOrd="0" destOrd="0" presId="urn:microsoft.com/office/officeart/2005/8/layout/orgChart1"/>
    <dgm:cxn modelId="{838B1F9D-BDB2-4031-8FD3-9534EDFA564A}" srcId="{528D1C37-D037-45A8-861E-DE289AD711DF}" destId="{AACD206E-2CE9-46D1-809B-A4965EE8B3CF}" srcOrd="0" destOrd="0" parTransId="{66BFC48E-EBBC-4FE1-A0AC-C05E0588B88A}" sibTransId="{5F58040E-946C-4FA0-BDD0-EA7539CDF752}"/>
    <dgm:cxn modelId="{E7B870A0-E5AD-4D1F-AD9D-80536CCD533A}" type="presOf" srcId="{EC30FB16-F6A6-431A-BD33-4D5E3AE24B0A}" destId="{5E83EE65-756E-4B16-B8BD-932970122C17}" srcOrd="0" destOrd="0" presId="urn:microsoft.com/office/officeart/2005/8/layout/orgChart1"/>
    <dgm:cxn modelId="{288407D5-791F-41EA-AFFF-8BEF30532E44}" type="presOf" srcId="{68AD11F3-5834-4EF3-8B3C-6526BE95AA5F}" destId="{5E2E86C2-3A11-45D3-9017-09938B7BF931}" srcOrd="0" destOrd="0" presId="urn:microsoft.com/office/officeart/2005/8/layout/orgChart1"/>
    <dgm:cxn modelId="{B918C183-97AB-4C16-96E0-FDDC3600EC1F}" srcId="{AB53AC6C-CE64-44F9-A700-FEC5E918FA00}" destId="{68AD11F3-5834-4EF3-8B3C-6526BE95AA5F}" srcOrd="2" destOrd="0" parTransId="{A45C6020-FCF5-49C0-B3F0-73E44210FE4F}" sibTransId="{D9269EA2-F54A-4E49-A290-1C5BEADB9EFC}"/>
    <dgm:cxn modelId="{C6ACAC42-CD3A-4BB0-90EF-E30BC2DCFCD8}" type="presOf" srcId="{59912117-1055-4075-A058-A1FA64375C1B}" destId="{6C69FC3B-91C0-4146-98B8-85246CB84526}" srcOrd="1" destOrd="0" presId="urn:microsoft.com/office/officeart/2005/8/layout/orgChart1"/>
    <dgm:cxn modelId="{1A5E34AB-52ED-4D3E-BC5F-A1CC20D482A7}" type="presOf" srcId="{8840CC94-E7B3-417F-BE74-541221123124}" destId="{4455C569-0C8A-4C08-AD26-F60B56C32C87}" srcOrd="0" destOrd="0" presId="urn:microsoft.com/office/officeart/2005/8/layout/orgChart1"/>
    <dgm:cxn modelId="{9EF2B3C7-B071-4B46-A58B-BE8AD621166C}" type="presOf" srcId="{7692D722-F1C4-4C8D-A930-6E931960A12D}" destId="{660B650F-CAD8-4DB3-AC11-5B64B27C170F}" srcOrd="0" destOrd="0" presId="urn:microsoft.com/office/officeart/2005/8/layout/orgChart1"/>
    <dgm:cxn modelId="{EBE06AC3-A58F-4D23-A624-22020262D259}" srcId="{8B3138C1-EC84-417A-AAF0-3045BA4DFDC0}" destId="{9A5BE1AE-F589-4037-83D0-10E77C8AB869}" srcOrd="0" destOrd="0" parTransId="{5C01DD8C-5C6D-4D87-AFEE-D0EC9C97146E}" sibTransId="{34045E10-035A-4B36-BE36-5B83E6284EA0}"/>
    <dgm:cxn modelId="{9031E986-6100-4664-82D3-75F8C508379A}" type="presOf" srcId="{8B3138C1-EC84-417A-AAF0-3045BA4DFDC0}" destId="{14176542-5A3B-4257-A6AC-7BFC791BE4BF}" srcOrd="1" destOrd="0" presId="urn:microsoft.com/office/officeart/2005/8/layout/orgChart1"/>
    <dgm:cxn modelId="{5692EDE3-8D91-4729-9544-2A2599738827}" type="presOf" srcId="{EC30FB16-F6A6-431A-BD33-4D5E3AE24B0A}" destId="{C4658E1D-B0E0-4E23-A356-1CBEF71439CB}" srcOrd="1" destOrd="0" presId="urn:microsoft.com/office/officeart/2005/8/layout/orgChart1"/>
    <dgm:cxn modelId="{C699ECCF-251D-4988-AAD6-8A62218B0997}" type="presOf" srcId="{616121FE-A242-488D-A239-C04EBDA25A6D}" destId="{CC55FA32-48CF-40DD-BE37-CCF3E6AA7EBD}" srcOrd="0" destOrd="0" presId="urn:microsoft.com/office/officeart/2005/8/layout/orgChart1"/>
    <dgm:cxn modelId="{3CBC8837-8C95-4D68-9372-B8C069BE5AE2}" type="presOf" srcId="{EE053152-40F7-4E8D-A4A8-2D8D5E8D5F4E}" destId="{E76E8C69-2810-4F1D-84B2-870E9C86220F}" srcOrd="0" destOrd="0" presId="urn:microsoft.com/office/officeart/2005/8/layout/orgChart1"/>
    <dgm:cxn modelId="{110DBB9C-12FB-4B56-AF76-D7E1D8433040}" type="presOf" srcId="{AB53AC6C-CE64-44F9-A700-FEC5E918FA00}" destId="{A32404B8-4FC2-4C5E-8C56-9DBF94C9F77A}" srcOrd="1" destOrd="0" presId="urn:microsoft.com/office/officeart/2005/8/layout/orgChart1"/>
    <dgm:cxn modelId="{96BCC0C6-37F7-4415-9441-336FE0E31C3B}" srcId="{AACD206E-2CE9-46D1-809B-A4965EE8B3CF}" destId="{F914813C-E7FC-4010-ACF1-FB4770F4763A}" srcOrd="0" destOrd="0" parTransId="{FF1B12CC-3997-483C-AC1A-F335F63068D9}" sibTransId="{E980A5E8-0F9B-40FB-B4E3-FAC655E2AB59}"/>
    <dgm:cxn modelId="{97D991BC-D7DB-4845-9C87-4AD4D065B669}" type="presOf" srcId="{A013DF62-6FA3-4CD4-A6FC-D1989117FE80}" destId="{24A23A6A-35DC-456B-A498-822DABA53ED8}" srcOrd="0" destOrd="0" presId="urn:microsoft.com/office/officeart/2005/8/layout/orgChart1"/>
    <dgm:cxn modelId="{8A08F266-7477-4D3B-BE65-47DAECC897BB}" srcId="{68AD11F3-5834-4EF3-8B3C-6526BE95AA5F}" destId="{C3D2208D-2D4A-4295-8BCE-1E437C0B3DE4}" srcOrd="0" destOrd="0" parTransId="{EE053152-40F7-4E8D-A4A8-2D8D5E8D5F4E}" sibTransId="{FEED9295-46A7-4B4D-AB28-643348A53AB1}"/>
    <dgm:cxn modelId="{AEE0A6F1-918F-47C5-939D-526CF0398997}" type="presOf" srcId="{F914813C-E7FC-4010-ACF1-FB4770F4763A}" destId="{FD7669D7-0FE5-4A0E-9704-12DA338A0803}" srcOrd="0" destOrd="0" presId="urn:microsoft.com/office/officeart/2005/8/layout/orgChart1"/>
    <dgm:cxn modelId="{9C12AC54-D505-4586-9A01-2570A9609507}" type="presParOf" srcId="{4455C569-0C8A-4C08-AD26-F60B56C32C87}" destId="{EC8ECAB5-E797-43D0-AFD8-9D61778929BC}" srcOrd="0" destOrd="0" presId="urn:microsoft.com/office/officeart/2005/8/layout/orgChart1"/>
    <dgm:cxn modelId="{2C13EB45-8F3C-4D55-8AD0-E6B04E88E907}" type="presParOf" srcId="{EC8ECAB5-E797-43D0-AFD8-9D61778929BC}" destId="{494D02E1-9177-44C7-B8DC-A7D00860216F}" srcOrd="0" destOrd="0" presId="urn:microsoft.com/office/officeart/2005/8/layout/orgChart1"/>
    <dgm:cxn modelId="{059956CA-3B82-4C80-AE5E-A90D9DD1DC6B}" type="presParOf" srcId="{494D02E1-9177-44C7-B8DC-A7D00860216F}" destId="{EE0424F1-4A7A-432A-86F2-63FDAEDDF925}" srcOrd="0" destOrd="0" presId="urn:microsoft.com/office/officeart/2005/8/layout/orgChart1"/>
    <dgm:cxn modelId="{A246D13C-6F58-4F0B-85D6-F220ED77D60E}" type="presParOf" srcId="{494D02E1-9177-44C7-B8DC-A7D00860216F}" destId="{A32404B8-4FC2-4C5E-8C56-9DBF94C9F77A}" srcOrd="1" destOrd="0" presId="urn:microsoft.com/office/officeart/2005/8/layout/orgChart1"/>
    <dgm:cxn modelId="{29B73E69-6ED9-4B31-9FDC-DA460B216BEF}" type="presParOf" srcId="{EC8ECAB5-E797-43D0-AFD8-9D61778929BC}" destId="{FF05A1AE-9C9D-48DA-846B-58E4D80CE9E5}" srcOrd="1" destOrd="0" presId="urn:microsoft.com/office/officeart/2005/8/layout/orgChart1"/>
    <dgm:cxn modelId="{BAF42537-C7E2-4959-B8BC-F31083F4EA00}" type="presParOf" srcId="{FF05A1AE-9C9D-48DA-846B-58E4D80CE9E5}" destId="{795EF3FD-9AB9-4FA9-A7C0-0E95C48BB9FC}" srcOrd="0" destOrd="0" presId="urn:microsoft.com/office/officeart/2005/8/layout/orgChart1"/>
    <dgm:cxn modelId="{AD58B04C-9572-4B4D-A0E9-67B580438F3E}" type="presParOf" srcId="{FF05A1AE-9C9D-48DA-846B-58E4D80CE9E5}" destId="{14965451-28F9-4051-917C-9BB885CE7B4D}" srcOrd="1" destOrd="0" presId="urn:microsoft.com/office/officeart/2005/8/layout/orgChart1"/>
    <dgm:cxn modelId="{4EE2F4C3-87B5-4925-ABEF-ACC2F692F9BB}" type="presParOf" srcId="{14965451-28F9-4051-917C-9BB885CE7B4D}" destId="{4187665F-41BF-475D-A665-08EA53F2F0C0}" srcOrd="0" destOrd="0" presId="urn:microsoft.com/office/officeart/2005/8/layout/orgChart1"/>
    <dgm:cxn modelId="{E612EE5C-1DC7-440D-AA2B-F82B786ABAE1}" type="presParOf" srcId="{4187665F-41BF-475D-A665-08EA53F2F0C0}" destId="{A3E0C842-A0A5-405C-A4C1-3DAF447A9F3B}" srcOrd="0" destOrd="0" presId="urn:microsoft.com/office/officeart/2005/8/layout/orgChart1"/>
    <dgm:cxn modelId="{ECE74417-C9A2-4071-A419-0E473BD4FA95}" type="presParOf" srcId="{4187665F-41BF-475D-A665-08EA53F2F0C0}" destId="{6C69FC3B-91C0-4146-98B8-85246CB84526}" srcOrd="1" destOrd="0" presId="urn:microsoft.com/office/officeart/2005/8/layout/orgChart1"/>
    <dgm:cxn modelId="{FEEB19C6-055A-461B-B920-F55A09C456D0}" type="presParOf" srcId="{14965451-28F9-4051-917C-9BB885CE7B4D}" destId="{67C1E7B8-5FF6-4719-9C95-80A98953F09D}" srcOrd="1" destOrd="0" presId="urn:microsoft.com/office/officeart/2005/8/layout/orgChart1"/>
    <dgm:cxn modelId="{EBE4C003-9E89-4B1B-B4B4-29A658310ED8}" type="presParOf" srcId="{67C1E7B8-5FF6-4719-9C95-80A98953F09D}" destId="{660B650F-CAD8-4DB3-AC11-5B64B27C170F}" srcOrd="0" destOrd="0" presId="urn:microsoft.com/office/officeart/2005/8/layout/orgChart1"/>
    <dgm:cxn modelId="{CE83FC17-EE12-425D-BE82-B4BE9AB9E367}" type="presParOf" srcId="{67C1E7B8-5FF6-4719-9C95-80A98953F09D}" destId="{CF893694-0F98-4AD6-BFF3-18AC0DE11632}" srcOrd="1" destOrd="0" presId="urn:microsoft.com/office/officeart/2005/8/layout/orgChart1"/>
    <dgm:cxn modelId="{329583BB-057A-4456-8B1F-A30E1A2CB8F5}" type="presParOf" srcId="{CF893694-0F98-4AD6-BFF3-18AC0DE11632}" destId="{E6B431E3-C2B7-427B-ABA7-299ED49B179F}" srcOrd="0" destOrd="0" presId="urn:microsoft.com/office/officeart/2005/8/layout/orgChart1"/>
    <dgm:cxn modelId="{B396AAD5-603D-401A-AFC5-7A95A702DEA6}" type="presParOf" srcId="{E6B431E3-C2B7-427B-ABA7-299ED49B179F}" destId="{65E8B4BC-BB93-461E-8918-549639E99062}" srcOrd="0" destOrd="0" presId="urn:microsoft.com/office/officeart/2005/8/layout/orgChart1"/>
    <dgm:cxn modelId="{0B381D77-B233-4F5E-8608-714D7C20162B}" type="presParOf" srcId="{E6B431E3-C2B7-427B-ABA7-299ED49B179F}" destId="{14176542-5A3B-4257-A6AC-7BFC791BE4BF}" srcOrd="1" destOrd="0" presId="urn:microsoft.com/office/officeart/2005/8/layout/orgChart1"/>
    <dgm:cxn modelId="{E99E5660-5980-428A-9229-AB7B4D32B0A3}" type="presParOf" srcId="{CF893694-0F98-4AD6-BFF3-18AC0DE11632}" destId="{C84462CA-089F-4251-86D5-4DB6FB24AC4B}" srcOrd="1" destOrd="0" presId="urn:microsoft.com/office/officeart/2005/8/layout/orgChart1"/>
    <dgm:cxn modelId="{6AD32803-9EC2-4E0F-832A-33CE306CC32D}" type="presParOf" srcId="{C84462CA-089F-4251-86D5-4DB6FB24AC4B}" destId="{E3144EB2-2B29-4EC0-9389-924DD53E26B0}" srcOrd="0" destOrd="0" presId="urn:microsoft.com/office/officeart/2005/8/layout/orgChart1"/>
    <dgm:cxn modelId="{963E92CD-B49E-4344-AA89-16FEBB7BD74A}" type="presParOf" srcId="{C84462CA-089F-4251-86D5-4DB6FB24AC4B}" destId="{616E6853-8C76-4D2E-AFC8-5867BDAD6C58}" srcOrd="1" destOrd="0" presId="urn:microsoft.com/office/officeart/2005/8/layout/orgChart1"/>
    <dgm:cxn modelId="{0483D56C-1128-4FCE-9E42-2C9A95DC379A}" type="presParOf" srcId="{616E6853-8C76-4D2E-AFC8-5867BDAD6C58}" destId="{517189F4-C1EC-4279-936D-11DEB1727CCC}" srcOrd="0" destOrd="0" presId="urn:microsoft.com/office/officeart/2005/8/layout/orgChart1"/>
    <dgm:cxn modelId="{3822BC56-2125-440C-AF3D-F0735FF3C4E5}" type="presParOf" srcId="{517189F4-C1EC-4279-936D-11DEB1727CCC}" destId="{8822815B-9C84-488D-BB43-CE376FD2F412}" srcOrd="0" destOrd="0" presId="urn:microsoft.com/office/officeart/2005/8/layout/orgChart1"/>
    <dgm:cxn modelId="{56EE1310-A905-4A3F-BAE2-DEC1FA10E071}" type="presParOf" srcId="{517189F4-C1EC-4279-936D-11DEB1727CCC}" destId="{D953B299-94A5-4571-9FC0-8DDED7DCBC1E}" srcOrd="1" destOrd="0" presId="urn:microsoft.com/office/officeart/2005/8/layout/orgChart1"/>
    <dgm:cxn modelId="{A97FBB64-8CC5-46F2-938A-9A2E43EEA921}" type="presParOf" srcId="{616E6853-8C76-4D2E-AFC8-5867BDAD6C58}" destId="{90B9630C-75FB-4428-9571-CFA7AE81A2FD}" srcOrd="1" destOrd="0" presId="urn:microsoft.com/office/officeart/2005/8/layout/orgChart1"/>
    <dgm:cxn modelId="{92C658B1-1A08-47E0-B232-55DB23781553}" type="presParOf" srcId="{616E6853-8C76-4D2E-AFC8-5867BDAD6C58}" destId="{B67B9B92-09DA-4291-8F24-96B715B8AE68}" srcOrd="2" destOrd="0" presId="urn:microsoft.com/office/officeart/2005/8/layout/orgChart1"/>
    <dgm:cxn modelId="{FE5C89A1-CD6B-4B31-8FC3-3ACAF3315766}" type="presParOf" srcId="{CF893694-0F98-4AD6-BFF3-18AC0DE11632}" destId="{27CE6D3B-2BAA-4092-85F4-01EF9AB090D2}" srcOrd="2" destOrd="0" presId="urn:microsoft.com/office/officeart/2005/8/layout/orgChart1"/>
    <dgm:cxn modelId="{090B10A5-698D-4030-AAFA-BBDE83C8C636}" type="presParOf" srcId="{14965451-28F9-4051-917C-9BB885CE7B4D}" destId="{9909FE72-3D96-42F7-84D0-21762274413D}" srcOrd="2" destOrd="0" presId="urn:microsoft.com/office/officeart/2005/8/layout/orgChart1"/>
    <dgm:cxn modelId="{F7100E95-81A7-4776-ABDC-26F9AA64B398}" type="presParOf" srcId="{FF05A1AE-9C9D-48DA-846B-58E4D80CE9E5}" destId="{CC55FA32-48CF-40DD-BE37-CCF3E6AA7EBD}" srcOrd="2" destOrd="0" presId="urn:microsoft.com/office/officeart/2005/8/layout/orgChart1"/>
    <dgm:cxn modelId="{6120CE24-5AAA-446F-B68A-799B857D9166}" type="presParOf" srcId="{FF05A1AE-9C9D-48DA-846B-58E4D80CE9E5}" destId="{13D675DD-8F09-4B42-8624-35A2A686D407}" srcOrd="3" destOrd="0" presId="urn:microsoft.com/office/officeart/2005/8/layout/orgChart1"/>
    <dgm:cxn modelId="{5B133E10-AFDA-40C0-8BDB-46BD2DABE352}" type="presParOf" srcId="{13D675DD-8F09-4B42-8624-35A2A686D407}" destId="{8CF3B60F-F138-4D81-87B5-347D7362EE90}" srcOrd="0" destOrd="0" presId="urn:microsoft.com/office/officeart/2005/8/layout/orgChart1"/>
    <dgm:cxn modelId="{AF773AB8-3C50-45CF-8911-BB9B8AAF81A8}" type="presParOf" srcId="{8CF3B60F-F138-4D81-87B5-347D7362EE90}" destId="{67E65B21-DA04-4D33-84FE-DA1C3DF1C52F}" srcOrd="0" destOrd="0" presId="urn:microsoft.com/office/officeart/2005/8/layout/orgChart1"/>
    <dgm:cxn modelId="{A30DE68A-A30C-4A90-8446-C5499857FFDB}" type="presParOf" srcId="{8CF3B60F-F138-4D81-87B5-347D7362EE90}" destId="{030D5AC7-8788-448F-949F-9EABDAE7ADA3}" srcOrd="1" destOrd="0" presId="urn:microsoft.com/office/officeart/2005/8/layout/orgChart1"/>
    <dgm:cxn modelId="{436515A5-5482-4464-A1BA-3E190CE9879B}" type="presParOf" srcId="{13D675DD-8F09-4B42-8624-35A2A686D407}" destId="{6CCF6D6F-22B8-4523-9C3E-A613F747DC48}" srcOrd="1" destOrd="0" presId="urn:microsoft.com/office/officeart/2005/8/layout/orgChart1"/>
    <dgm:cxn modelId="{0619A0E0-D07C-497F-B3C2-744179F8A18C}" type="presParOf" srcId="{6CCF6D6F-22B8-4523-9C3E-A613F747DC48}" destId="{3FD65FF5-C6C8-490E-8751-7A549E5F226E}" srcOrd="0" destOrd="0" presId="urn:microsoft.com/office/officeart/2005/8/layout/orgChart1"/>
    <dgm:cxn modelId="{0E70C8CC-8415-4F63-93CF-474BCA5FB422}" type="presParOf" srcId="{6CCF6D6F-22B8-4523-9C3E-A613F747DC48}" destId="{C18B7A27-237A-4A90-95AF-238FDD0F3312}" srcOrd="1" destOrd="0" presId="urn:microsoft.com/office/officeart/2005/8/layout/orgChart1"/>
    <dgm:cxn modelId="{67626AAF-16B5-4BD5-BC53-477CB3CF72F7}" type="presParOf" srcId="{C18B7A27-237A-4A90-95AF-238FDD0F3312}" destId="{C0626135-F9F7-4A37-85A7-12A658762E9D}" srcOrd="0" destOrd="0" presId="urn:microsoft.com/office/officeart/2005/8/layout/orgChart1"/>
    <dgm:cxn modelId="{B608D054-EDD5-4DAD-A71F-1428D757A938}" type="presParOf" srcId="{C0626135-F9F7-4A37-85A7-12A658762E9D}" destId="{A3BE67D3-C254-4152-B1BD-82376B1230B5}" srcOrd="0" destOrd="0" presId="urn:microsoft.com/office/officeart/2005/8/layout/orgChart1"/>
    <dgm:cxn modelId="{30CFE321-73EC-4925-8EE3-E3B3881F6D8B}" type="presParOf" srcId="{C0626135-F9F7-4A37-85A7-12A658762E9D}" destId="{4A3824F1-D834-4CE0-BD2B-D41D868DE3FB}" srcOrd="1" destOrd="0" presId="urn:microsoft.com/office/officeart/2005/8/layout/orgChart1"/>
    <dgm:cxn modelId="{97591118-030C-42BB-84F5-EB849E6CB19B}" type="presParOf" srcId="{C18B7A27-237A-4A90-95AF-238FDD0F3312}" destId="{9A0D6CBF-A6EE-4E57-8C92-9BF3628776EB}" srcOrd="1" destOrd="0" presId="urn:microsoft.com/office/officeart/2005/8/layout/orgChart1"/>
    <dgm:cxn modelId="{464F3674-C38D-4EDB-AB00-7793C65D4670}" type="presParOf" srcId="{9A0D6CBF-A6EE-4E57-8C92-9BF3628776EB}" destId="{3CF035AB-05FF-4488-BF35-8D177FE16BBC}" srcOrd="0" destOrd="0" presId="urn:microsoft.com/office/officeart/2005/8/layout/orgChart1"/>
    <dgm:cxn modelId="{83DB7372-D4EB-465B-A38A-7E73636D5812}" type="presParOf" srcId="{9A0D6CBF-A6EE-4E57-8C92-9BF3628776EB}" destId="{49B5DAF5-89C9-45C8-B7FC-404B46B34F81}" srcOrd="1" destOrd="0" presId="urn:microsoft.com/office/officeart/2005/8/layout/orgChart1"/>
    <dgm:cxn modelId="{EE969763-9576-482E-ABB2-D410CF6EBC35}" type="presParOf" srcId="{49B5DAF5-89C9-45C8-B7FC-404B46B34F81}" destId="{8421B285-2A71-4E6C-8ECE-6B523EC101AE}" srcOrd="0" destOrd="0" presId="urn:microsoft.com/office/officeart/2005/8/layout/orgChart1"/>
    <dgm:cxn modelId="{A7DD9936-5FC0-4CEA-AF3C-929434409290}" type="presParOf" srcId="{8421B285-2A71-4E6C-8ECE-6B523EC101AE}" destId="{FD7669D7-0FE5-4A0E-9704-12DA338A0803}" srcOrd="0" destOrd="0" presId="urn:microsoft.com/office/officeart/2005/8/layout/orgChart1"/>
    <dgm:cxn modelId="{93AC4D72-0D38-498A-9FA6-1C67C3F742D0}" type="presParOf" srcId="{8421B285-2A71-4E6C-8ECE-6B523EC101AE}" destId="{4997FEE9-DD00-43CF-B070-5EB1BB028202}" srcOrd="1" destOrd="0" presId="urn:microsoft.com/office/officeart/2005/8/layout/orgChart1"/>
    <dgm:cxn modelId="{B91D1859-4B93-4E2C-A59F-614F0061B6F7}" type="presParOf" srcId="{49B5DAF5-89C9-45C8-B7FC-404B46B34F81}" destId="{64DE5634-D185-4EDA-A984-E6F54114C36C}" srcOrd="1" destOrd="0" presId="urn:microsoft.com/office/officeart/2005/8/layout/orgChart1"/>
    <dgm:cxn modelId="{83EF5258-FCB1-4F4A-9C6B-6D0CC71A0EE8}" type="presParOf" srcId="{49B5DAF5-89C9-45C8-B7FC-404B46B34F81}" destId="{25156F36-BD0B-4D0B-952D-F436CD4700B9}" srcOrd="2" destOrd="0" presId="urn:microsoft.com/office/officeart/2005/8/layout/orgChart1"/>
    <dgm:cxn modelId="{C513797D-2F95-4B95-8FD0-51E02F3539D9}" type="presParOf" srcId="{C18B7A27-237A-4A90-95AF-238FDD0F3312}" destId="{7DBF47D3-C218-4330-90CC-12200737EF6D}" srcOrd="2" destOrd="0" presId="urn:microsoft.com/office/officeart/2005/8/layout/orgChart1"/>
    <dgm:cxn modelId="{9E4B7AE8-3483-4FAD-B6EE-A69F2041F64E}" type="presParOf" srcId="{13D675DD-8F09-4B42-8624-35A2A686D407}" destId="{301F18D7-C9CC-48E7-8734-B8747EE2096F}" srcOrd="2" destOrd="0" presId="urn:microsoft.com/office/officeart/2005/8/layout/orgChart1"/>
    <dgm:cxn modelId="{14CF6D02-AF0C-4B52-96E8-1C74DCC715B7}" type="presParOf" srcId="{FF05A1AE-9C9D-48DA-846B-58E4D80CE9E5}" destId="{220AA603-B7E9-4880-8FE0-3BE2396BDDB8}" srcOrd="4" destOrd="0" presId="urn:microsoft.com/office/officeart/2005/8/layout/orgChart1"/>
    <dgm:cxn modelId="{AD046C73-86EC-4630-B38C-AFA4EAEFD4C3}" type="presParOf" srcId="{FF05A1AE-9C9D-48DA-846B-58E4D80CE9E5}" destId="{5E1653C9-7359-4B0B-8B3C-4F01A785094E}" srcOrd="5" destOrd="0" presId="urn:microsoft.com/office/officeart/2005/8/layout/orgChart1"/>
    <dgm:cxn modelId="{14A4783C-0633-4149-87FC-900A2D241142}" type="presParOf" srcId="{5E1653C9-7359-4B0B-8B3C-4F01A785094E}" destId="{D5DE4F91-2D31-4A55-9C34-02DB31F2EC1C}" srcOrd="0" destOrd="0" presId="urn:microsoft.com/office/officeart/2005/8/layout/orgChart1"/>
    <dgm:cxn modelId="{B7A258A7-F81C-4315-B7AB-61A122FDF451}" type="presParOf" srcId="{D5DE4F91-2D31-4A55-9C34-02DB31F2EC1C}" destId="{5E2E86C2-3A11-45D3-9017-09938B7BF931}" srcOrd="0" destOrd="0" presId="urn:microsoft.com/office/officeart/2005/8/layout/orgChart1"/>
    <dgm:cxn modelId="{AC9C7707-EF7B-4F7A-9A98-0113712C3C6C}" type="presParOf" srcId="{D5DE4F91-2D31-4A55-9C34-02DB31F2EC1C}" destId="{94A94FE0-D95A-4F59-AC3C-45714E759EC0}" srcOrd="1" destOrd="0" presId="urn:microsoft.com/office/officeart/2005/8/layout/orgChart1"/>
    <dgm:cxn modelId="{BDC5DE36-B8B7-4C7B-97A0-24EFB72B43FE}" type="presParOf" srcId="{5E1653C9-7359-4B0B-8B3C-4F01A785094E}" destId="{BB1B4944-6CCE-474D-83C6-B954727CB868}" srcOrd="1" destOrd="0" presId="urn:microsoft.com/office/officeart/2005/8/layout/orgChart1"/>
    <dgm:cxn modelId="{8733CE0F-7E76-486E-A0DB-D59EFCDF85E1}" type="presParOf" srcId="{BB1B4944-6CCE-474D-83C6-B954727CB868}" destId="{E76E8C69-2810-4F1D-84B2-870E9C86220F}" srcOrd="0" destOrd="0" presId="urn:microsoft.com/office/officeart/2005/8/layout/orgChart1"/>
    <dgm:cxn modelId="{2872D704-E45B-4EA5-B9A8-5619FE0208BD}" type="presParOf" srcId="{BB1B4944-6CCE-474D-83C6-B954727CB868}" destId="{C95B870A-7327-450F-961F-9E99AD72AB20}" srcOrd="1" destOrd="0" presId="urn:microsoft.com/office/officeart/2005/8/layout/orgChart1"/>
    <dgm:cxn modelId="{8590B849-661F-4FEE-A249-54A1D2D5C5C2}" type="presParOf" srcId="{C95B870A-7327-450F-961F-9E99AD72AB20}" destId="{37186E15-FBFA-4A56-95C2-F9C8FB7807D5}" srcOrd="0" destOrd="0" presId="urn:microsoft.com/office/officeart/2005/8/layout/orgChart1"/>
    <dgm:cxn modelId="{0E6A49AD-F749-4E58-AE22-6A0CBFC3F98F}" type="presParOf" srcId="{37186E15-FBFA-4A56-95C2-F9C8FB7807D5}" destId="{DFA71915-7057-44A7-9C50-8989E9FC82AA}" srcOrd="0" destOrd="0" presId="urn:microsoft.com/office/officeart/2005/8/layout/orgChart1"/>
    <dgm:cxn modelId="{5BA8BBCA-9D6E-4868-B6F5-123037A08141}" type="presParOf" srcId="{37186E15-FBFA-4A56-95C2-F9C8FB7807D5}" destId="{5EBBDA76-37FE-41F7-A72B-3A41884C73D7}" srcOrd="1" destOrd="0" presId="urn:microsoft.com/office/officeart/2005/8/layout/orgChart1"/>
    <dgm:cxn modelId="{D1E0A6E0-C717-4D9C-894E-4D96E6291829}" type="presParOf" srcId="{C95B870A-7327-450F-961F-9E99AD72AB20}" destId="{AD08EA9C-F204-4404-9A08-8D7752592429}" srcOrd="1" destOrd="0" presId="urn:microsoft.com/office/officeart/2005/8/layout/orgChart1"/>
    <dgm:cxn modelId="{4A6827E6-4FF1-4D37-8F42-723E1A567C06}" type="presParOf" srcId="{AD08EA9C-F204-4404-9A08-8D7752592429}" destId="{24A23A6A-35DC-456B-A498-822DABA53ED8}" srcOrd="0" destOrd="0" presId="urn:microsoft.com/office/officeart/2005/8/layout/orgChart1"/>
    <dgm:cxn modelId="{6E7D3C1F-D6D0-491E-8C20-37155218EAD7}" type="presParOf" srcId="{AD08EA9C-F204-4404-9A08-8D7752592429}" destId="{C0DE2BA9-A949-4F37-808C-038C0D1A0F28}" srcOrd="1" destOrd="0" presId="urn:microsoft.com/office/officeart/2005/8/layout/orgChart1"/>
    <dgm:cxn modelId="{B5315198-F3A9-45D8-B198-AA6D064B432D}" type="presParOf" srcId="{C0DE2BA9-A949-4F37-808C-038C0D1A0F28}" destId="{4443C437-0886-4E01-A47D-6A735CB92A8C}" srcOrd="0" destOrd="0" presId="urn:microsoft.com/office/officeart/2005/8/layout/orgChart1"/>
    <dgm:cxn modelId="{7CD47E6B-88F5-417F-9F6C-0D639DD8F4BC}" type="presParOf" srcId="{4443C437-0886-4E01-A47D-6A735CB92A8C}" destId="{5E83EE65-756E-4B16-B8BD-932970122C17}" srcOrd="0" destOrd="0" presId="urn:microsoft.com/office/officeart/2005/8/layout/orgChart1"/>
    <dgm:cxn modelId="{1C8A7756-FEF8-4E24-B461-01EE2D49DE37}" type="presParOf" srcId="{4443C437-0886-4E01-A47D-6A735CB92A8C}" destId="{C4658E1D-B0E0-4E23-A356-1CBEF71439CB}" srcOrd="1" destOrd="0" presId="urn:microsoft.com/office/officeart/2005/8/layout/orgChart1"/>
    <dgm:cxn modelId="{BA3E970E-C4DA-4E81-BBD3-B9F7969AA257}" type="presParOf" srcId="{C0DE2BA9-A949-4F37-808C-038C0D1A0F28}" destId="{2918B1F3-12BF-44F5-95A8-3D839B42968C}" srcOrd="1" destOrd="0" presId="urn:microsoft.com/office/officeart/2005/8/layout/orgChart1"/>
    <dgm:cxn modelId="{FA6302AA-3EB8-437F-8873-A5C50EDB2332}" type="presParOf" srcId="{C0DE2BA9-A949-4F37-808C-038C0D1A0F28}" destId="{D23B94F1-4719-4D44-9258-14241F4B0BAF}" srcOrd="2" destOrd="0" presId="urn:microsoft.com/office/officeart/2005/8/layout/orgChart1"/>
    <dgm:cxn modelId="{01DC1460-B18E-4C27-A86C-9D9180803ED0}" type="presParOf" srcId="{C95B870A-7327-450F-961F-9E99AD72AB20}" destId="{7C4D8015-C561-45C7-BB50-1AEFDAE0E406}" srcOrd="2" destOrd="0" presId="urn:microsoft.com/office/officeart/2005/8/layout/orgChart1"/>
    <dgm:cxn modelId="{CB6177C3-2BD9-4AA6-B6C4-812350F0261C}" type="presParOf" srcId="{5E1653C9-7359-4B0B-8B3C-4F01A785094E}" destId="{73964BC6-587B-4140-9F8F-04C6E424766B}" srcOrd="2" destOrd="0" presId="urn:microsoft.com/office/officeart/2005/8/layout/orgChart1"/>
    <dgm:cxn modelId="{A6D4C202-CA49-4E10-84AB-6CEFEAE87DF3}" type="presParOf" srcId="{EC8ECAB5-E797-43D0-AFD8-9D61778929BC}" destId="{40CA24BA-ABAF-4B7D-9E8F-B9658CC3A64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840CC94-E7B3-417F-BE74-54122112312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53AC6C-CE64-44F9-A700-FEC5E918FA00}">
      <dgm:prSet phldrT="[Text]"/>
      <dgm:spPr/>
      <dgm:t>
        <a:bodyPr/>
        <a:lstStyle/>
        <a:p>
          <a:r>
            <a:rPr lang="en-US" dirty="0" smtClean="0"/>
            <a:t>First Commit</a:t>
          </a:r>
          <a:endParaRPr lang="en-US" b="1" dirty="0"/>
        </a:p>
      </dgm:t>
    </dgm:pt>
    <dgm:pt modelId="{B1436D5B-603E-4D16-8655-A601B9FBD881}" type="parTrans" cxnId="{E96B1C1E-3EAB-4DA4-89E9-2406B3793CD7}">
      <dgm:prSet/>
      <dgm:spPr/>
      <dgm:t>
        <a:bodyPr/>
        <a:lstStyle/>
        <a:p>
          <a:endParaRPr lang="en-US"/>
        </a:p>
      </dgm:t>
    </dgm:pt>
    <dgm:pt modelId="{36AAF4FE-61AE-464C-A6F2-5402B4159550}" type="sibTrans" cxnId="{E96B1C1E-3EAB-4DA4-89E9-2406B3793CD7}">
      <dgm:prSet/>
      <dgm:spPr/>
      <dgm:t>
        <a:bodyPr/>
        <a:lstStyle/>
        <a:p>
          <a:endParaRPr lang="en-US"/>
        </a:p>
      </dgm:t>
    </dgm:pt>
    <dgm:pt modelId="{59912117-1055-4075-A058-A1FA64375C1B}">
      <dgm:prSet phldrT="[Text]"/>
      <dgm:spPr/>
      <dgm:t>
        <a:bodyPr/>
        <a:lstStyle/>
        <a:p>
          <a:r>
            <a:rPr lang="en-US" dirty="0" smtClean="0"/>
            <a:t>working commit1</a:t>
          </a:r>
        </a:p>
      </dgm:t>
    </dgm:pt>
    <dgm:pt modelId="{8CCDE4E8-7CBC-4F3E-AD72-6E7989A41795}" type="parTrans" cxnId="{1BE15040-4032-4E1A-B628-61B760C9B23B}">
      <dgm:prSet/>
      <dgm:spPr/>
      <dgm:t>
        <a:bodyPr/>
        <a:lstStyle/>
        <a:p>
          <a:endParaRPr lang="en-US"/>
        </a:p>
      </dgm:t>
    </dgm:pt>
    <dgm:pt modelId="{BBD49112-E2AC-43F2-B380-2016A0E756BA}" type="sibTrans" cxnId="{1BE15040-4032-4E1A-B628-61B760C9B23B}">
      <dgm:prSet/>
      <dgm:spPr/>
      <dgm:t>
        <a:bodyPr/>
        <a:lstStyle/>
        <a:p>
          <a:endParaRPr lang="en-US"/>
        </a:p>
      </dgm:t>
    </dgm:pt>
    <dgm:pt modelId="{528D1C37-D037-45A8-861E-DE289AD711DF}">
      <dgm:prSet phldrT="[Text]"/>
      <dgm:spPr/>
      <dgm:t>
        <a:bodyPr/>
        <a:lstStyle/>
        <a:p>
          <a:r>
            <a:rPr lang="en-US" dirty="0" smtClean="0"/>
            <a:t>feature commit1</a:t>
          </a:r>
          <a:endParaRPr lang="en-US" dirty="0"/>
        </a:p>
      </dgm:t>
    </dgm:pt>
    <dgm:pt modelId="{616121FE-A242-488D-A239-C04EBDA25A6D}" type="parTrans" cxnId="{CF351E9B-CA4B-41FD-B63B-6EB64E0E5D82}">
      <dgm:prSet/>
      <dgm:spPr/>
      <dgm:t>
        <a:bodyPr/>
        <a:lstStyle/>
        <a:p>
          <a:endParaRPr lang="en-US"/>
        </a:p>
      </dgm:t>
    </dgm:pt>
    <dgm:pt modelId="{0E8F3B87-23D2-48E9-96CE-CF54B92F9D80}" type="sibTrans" cxnId="{CF351E9B-CA4B-41FD-B63B-6EB64E0E5D82}">
      <dgm:prSet/>
      <dgm:spPr/>
      <dgm:t>
        <a:bodyPr/>
        <a:lstStyle/>
        <a:p>
          <a:endParaRPr lang="en-US"/>
        </a:p>
      </dgm:t>
    </dgm:pt>
    <dgm:pt modelId="{68AD11F3-5834-4EF3-8B3C-6526BE95AA5F}">
      <dgm:prSet phldrT="[Text]"/>
      <dgm:spPr/>
      <dgm:t>
        <a:bodyPr/>
        <a:lstStyle/>
        <a:p>
          <a:r>
            <a:rPr lang="en-US" dirty="0" err="1" smtClean="0"/>
            <a:t>bugfix</a:t>
          </a:r>
          <a:r>
            <a:rPr lang="en-US" dirty="0" smtClean="0"/>
            <a:t> commit1</a:t>
          </a:r>
          <a:endParaRPr lang="en-US" dirty="0"/>
        </a:p>
      </dgm:t>
    </dgm:pt>
    <dgm:pt modelId="{A45C6020-FCF5-49C0-B3F0-73E44210FE4F}" type="parTrans" cxnId="{B918C183-97AB-4C16-96E0-FDDC3600EC1F}">
      <dgm:prSet/>
      <dgm:spPr/>
      <dgm:t>
        <a:bodyPr/>
        <a:lstStyle/>
        <a:p>
          <a:endParaRPr lang="en-US"/>
        </a:p>
      </dgm:t>
    </dgm:pt>
    <dgm:pt modelId="{D9269EA2-F54A-4E49-A290-1C5BEADB9EFC}" type="sibTrans" cxnId="{B918C183-97AB-4C16-96E0-FDDC3600EC1F}">
      <dgm:prSet/>
      <dgm:spPr/>
      <dgm:t>
        <a:bodyPr/>
        <a:lstStyle/>
        <a:p>
          <a:endParaRPr lang="en-US"/>
        </a:p>
      </dgm:t>
    </dgm:pt>
    <dgm:pt modelId="{8B3138C1-EC84-417A-AAF0-3045BA4DFDC0}">
      <dgm:prSet phldrT="[Text]"/>
      <dgm:spPr/>
      <dgm:t>
        <a:bodyPr/>
        <a:lstStyle/>
        <a:p>
          <a:r>
            <a:rPr lang="en-US" dirty="0" smtClean="0"/>
            <a:t>working commit2</a:t>
          </a:r>
        </a:p>
      </dgm:t>
    </dgm:pt>
    <dgm:pt modelId="{7692D722-F1C4-4C8D-A930-6E931960A12D}" type="parTrans" cxnId="{AC33550F-9E72-464A-AE07-1CD02ABB1780}">
      <dgm:prSet/>
      <dgm:spPr/>
      <dgm:t>
        <a:bodyPr/>
        <a:lstStyle/>
        <a:p>
          <a:endParaRPr lang="en-US"/>
        </a:p>
      </dgm:t>
    </dgm:pt>
    <dgm:pt modelId="{5D3B99CE-CBAC-491B-A971-14BB56BA4C91}" type="sibTrans" cxnId="{AC33550F-9E72-464A-AE07-1CD02ABB1780}">
      <dgm:prSet/>
      <dgm:spPr/>
      <dgm:t>
        <a:bodyPr/>
        <a:lstStyle/>
        <a:p>
          <a:endParaRPr lang="en-US"/>
        </a:p>
      </dgm:t>
    </dgm:pt>
    <dgm:pt modelId="{9A5BE1AE-F589-4037-83D0-10E77C8AB869}">
      <dgm:prSet phldrT="[Text]"/>
      <dgm:spPr/>
      <dgm:t>
        <a:bodyPr/>
        <a:lstStyle/>
        <a:p>
          <a:r>
            <a:rPr lang="en-US" dirty="0" smtClean="0"/>
            <a:t>working commit3</a:t>
          </a:r>
        </a:p>
      </dgm:t>
    </dgm:pt>
    <dgm:pt modelId="{5C01DD8C-5C6D-4D87-AFEE-D0EC9C97146E}" type="parTrans" cxnId="{EBE06AC3-A58F-4D23-A624-22020262D259}">
      <dgm:prSet/>
      <dgm:spPr/>
      <dgm:t>
        <a:bodyPr/>
        <a:lstStyle/>
        <a:p>
          <a:endParaRPr lang="en-US"/>
        </a:p>
      </dgm:t>
    </dgm:pt>
    <dgm:pt modelId="{34045E10-035A-4B36-BE36-5B83E6284EA0}" type="sibTrans" cxnId="{EBE06AC3-A58F-4D23-A624-22020262D259}">
      <dgm:prSet/>
      <dgm:spPr/>
      <dgm:t>
        <a:bodyPr/>
        <a:lstStyle/>
        <a:p>
          <a:endParaRPr lang="en-US"/>
        </a:p>
      </dgm:t>
    </dgm:pt>
    <dgm:pt modelId="{AACD206E-2CE9-46D1-809B-A4965EE8B3CF}">
      <dgm:prSet phldrT="[Text]"/>
      <dgm:spPr/>
      <dgm:t>
        <a:bodyPr/>
        <a:lstStyle/>
        <a:p>
          <a:r>
            <a:rPr lang="en-US" dirty="0" smtClean="0"/>
            <a:t>feature commit2</a:t>
          </a:r>
          <a:endParaRPr lang="en-US" dirty="0"/>
        </a:p>
      </dgm:t>
    </dgm:pt>
    <dgm:pt modelId="{66BFC48E-EBBC-4FE1-A0AC-C05E0588B88A}" type="parTrans" cxnId="{838B1F9D-BDB2-4031-8FD3-9534EDFA564A}">
      <dgm:prSet/>
      <dgm:spPr/>
      <dgm:t>
        <a:bodyPr/>
        <a:lstStyle/>
        <a:p>
          <a:endParaRPr lang="en-US"/>
        </a:p>
      </dgm:t>
    </dgm:pt>
    <dgm:pt modelId="{5F58040E-946C-4FA0-BDD0-EA7539CDF752}" type="sibTrans" cxnId="{838B1F9D-BDB2-4031-8FD3-9534EDFA564A}">
      <dgm:prSet/>
      <dgm:spPr/>
      <dgm:t>
        <a:bodyPr/>
        <a:lstStyle/>
        <a:p>
          <a:endParaRPr lang="en-US"/>
        </a:p>
      </dgm:t>
    </dgm:pt>
    <dgm:pt modelId="{F914813C-E7FC-4010-ACF1-FB4770F4763A}">
      <dgm:prSet phldrT="[Text]"/>
      <dgm:spPr/>
      <dgm:t>
        <a:bodyPr/>
        <a:lstStyle/>
        <a:p>
          <a:r>
            <a:rPr lang="en-US" dirty="0" smtClean="0"/>
            <a:t>feature commit3</a:t>
          </a:r>
          <a:endParaRPr lang="en-US" dirty="0"/>
        </a:p>
      </dgm:t>
    </dgm:pt>
    <dgm:pt modelId="{FF1B12CC-3997-483C-AC1A-F335F63068D9}" type="parTrans" cxnId="{96BCC0C6-37F7-4415-9441-336FE0E31C3B}">
      <dgm:prSet/>
      <dgm:spPr/>
      <dgm:t>
        <a:bodyPr/>
        <a:lstStyle/>
        <a:p>
          <a:endParaRPr lang="en-US"/>
        </a:p>
      </dgm:t>
    </dgm:pt>
    <dgm:pt modelId="{E980A5E8-0F9B-40FB-B4E3-FAC655E2AB59}" type="sibTrans" cxnId="{96BCC0C6-37F7-4415-9441-336FE0E31C3B}">
      <dgm:prSet/>
      <dgm:spPr/>
      <dgm:t>
        <a:bodyPr/>
        <a:lstStyle/>
        <a:p>
          <a:endParaRPr lang="en-US"/>
        </a:p>
      </dgm:t>
    </dgm:pt>
    <dgm:pt modelId="{C3D2208D-2D4A-4295-8BCE-1E437C0B3DE4}">
      <dgm:prSet phldrT="[Text]"/>
      <dgm:spPr/>
      <dgm:t>
        <a:bodyPr/>
        <a:lstStyle/>
        <a:p>
          <a:r>
            <a:rPr lang="en-US" dirty="0" err="1" smtClean="0"/>
            <a:t>bugfix</a:t>
          </a:r>
          <a:r>
            <a:rPr lang="en-US" dirty="0" smtClean="0"/>
            <a:t> commit2</a:t>
          </a:r>
          <a:endParaRPr lang="en-US" dirty="0"/>
        </a:p>
      </dgm:t>
    </dgm:pt>
    <dgm:pt modelId="{EE053152-40F7-4E8D-A4A8-2D8D5E8D5F4E}" type="parTrans" cxnId="{8A08F266-7477-4D3B-BE65-47DAECC897BB}">
      <dgm:prSet/>
      <dgm:spPr/>
      <dgm:t>
        <a:bodyPr/>
        <a:lstStyle/>
        <a:p>
          <a:endParaRPr lang="en-US"/>
        </a:p>
      </dgm:t>
    </dgm:pt>
    <dgm:pt modelId="{FEED9295-46A7-4B4D-AB28-643348A53AB1}" type="sibTrans" cxnId="{8A08F266-7477-4D3B-BE65-47DAECC897BB}">
      <dgm:prSet/>
      <dgm:spPr/>
      <dgm:t>
        <a:bodyPr/>
        <a:lstStyle/>
        <a:p>
          <a:endParaRPr lang="en-US"/>
        </a:p>
      </dgm:t>
    </dgm:pt>
    <dgm:pt modelId="{EC30FB16-F6A6-431A-BD33-4D5E3AE24B0A}">
      <dgm:prSet phldrT="[Text]"/>
      <dgm:spPr/>
      <dgm:t>
        <a:bodyPr/>
        <a:lstStyle/>
        <a:p>
          <a:r>
            <a:rPr lang="en-US" dirty="0" err="1" smtClean="0"/>
            <a:t>bugfix</a:t>
          </a:r>
          <a:r>
            <a:rPr lang="en-US" dirty="0" smtClean="0"/>
            <a:t> commit3</a:t>
          </a:r>
          <a:br>
            <a:rPr lang="en-US" dirty="0" smtClean="0"/>
          </a:br>
          <a:r>
            <a:rPr lang="en-US" b="1" dirty="0" smtClean="0"/>
            <a:t>master HEAD</a:t>
          </a:r>
          <a:endParaRPr lang="en-US" dirty="0"/>
        </a:p>
      </dgm:t>
    </dgm:pt>
    <dgm:pt modelId="{A013DF62-6FA3-4CD4-A6FC-D1989117FE80}" type="parTrans" cxnId="{8B497743-7944-4C74-90B9-A554738CDE1A}">
      <dgm:prSet/>
      <dgm:spPr/>
      <dgm:t>
        <a:bodyPr/>
        <a:lstStyle/>
        <a:p>
          <a:endParaRPr lang="en-US"/>
        </a:p>
      </dgm:t>
    </dgm:pt>
    <dgm:pt modelId="{94FA0D99-3F88-499A-9490-0E24207D2147}" type="sibTrans" cxnId="{8B497743-7944-4C74-90B9-A554738CDE1A}">
      <dgm:prSet/>
      <dgm:spPr/>
      <dgm:t>
        <a:bodyPr/>
        <a:lstStyle/>
        <a:p>
          <a:endParaRPr lang="en-US"/>
        </a:p>
      </dgm:t>
    </dgm:pt>
    <dgm:pt modelId="{FB073A8F-8C69-4D69-BF94-122B9972DE99}" type="pres">
      <dgm:prSet presAssocID="{8840CC94-E7B3-417F-BE74-54122112312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B2DD083-71A7-4C99-B2A6-188CF739EC07}" type="pres">
      <dgm:prSet presAssocID="{AB53AC6C-CE64-44F9-A700-FEC5E918FA00}" presName="root1" presStyleCnt="0"/>
      <dgm:spPr/>
    </dgm:pt>
    <dgm:pt modelId="{93CD9DE7-4933-439F-940E-77362AE7C5AA}" type="pres">
      <dgm:prSet presAssocID="{AB53AC6C-CE64-44F9-A700-FEC5E918FA00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0B2DCF-6146-428D-B7B8-53BCDBDB802D}" type="pres">
      <dgm:prSet presAssocID="{AB53AC6C-CE64-44F9-A700-FEC5E918FA00}" presName="level2hierChild" presStyleCnt="0"/>
      <dgm:spPr/>
    </dgm:pt>
    <dgm:pt modelId="{95013014-D182-4A30-A0EB-E53479E072D4}" type="pres">
      <dgm:prSet presAssocID="{8CCDE4E8-7CBC-4F3E-AD72-6E7989A41795}" presName="conn2-1" presStyleLbl="parChTrans1D2" presStyleIdx="0" presStyleCnt="1"/>
      <dgm:spPr/>
      <dgm:t>
        <a:bodyPr/>
        <a:lstStyle/>
        <a:p>
          <a:endParaRPr lang="en-US"/>
        </a:p>
      </dgm:t>
    </dgm:pt>
    <dgm:pt modelId="{BEC6354E-E85F-4E1C-8C63-C6867AA4DD0C}" type="pres">
      <dgm:prSet presAssocID="{8CCDE4E8-7CBC-4F3E-AD72-6E7989A41795}" presName="connTx" presStyleLbl="parChTrans1D2" presStyleIdx="0" presStyleCnt="1"/>
      <dgm:spPr/>
      <dgm:t>
        <a:bodyPr/>
        <a:lstStyle/>
        <a:p>
          <a:endParaRPr lang="en-US"/>
        </a:p>
      </dgm:t>
    </dgm:pt>
    <dgm:pt modelId="{E6E8D07E-D414-4E0C-8948-F9149CB62EB0}" type="pres">
      <dgm:prSet presAssocID="{59912117-1055-4075-A058-A1FA64375C1B}" presName="root2" presStyleCnt="0"/>
      <dgm:spPr/>
    </dgm:pt>
    <dgm:pt modelId="{A742E50D-F7CD-4FB1-B9D1-8CA96AA387C6}" type="pres">
      <dgm:prSet presAssocID="{59912117-1055-4075-A058-A1FA64375C1B}" presName="LevelTwoTextNode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FF5F76F-8EC7-4254-8B49-BC68C8761A8B}" type="pres">
      <dgm:prSet presAssocID="{59912117-1055-4075-A058-A1FA64375C1B}" presName="level3hierChild" presStyleCnt="0"/>
      <dgm:spPr/>
    </dgm:pt>
    <dgm:pt modelId="{3AA07CEE-A776-4D6E-A7C8-645613026ABC}" type="pres">
      <dgm:prSet presAssocID="{7692D722-F1C4-4C8D-A930-6E931960A12D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8B95D580-1259-4544-A24C-34B5137B2DBE}" type="pres">
      <dgm:prSet presAssocID="{7692D722-F1C4-4C8D-A930-6E931960A12D}" presName="connTx" presStyleLbl="parChTrans1D3" presStyleIdx="0" presStyleCnt="1"/>
      <dgm:spPr/>
      <dgm:t>
        <a:bodyPr/>
        <a:lstStyle/>
        <a:p>
          <a:endParaRPr lang="en-US"/>
        </a:p>
      </dgm:t>
    </dgm:pt>
    <dgm:pt modelId="{DA465A29-31DB-401E-ABEA-9BA9E032A0E3}" type="pres">
      <dgm:prSet presAssocID="{8B3138C1-EC84-417A-AAF0-3045BA4DFDC0}" presName="root2" presStyleCnt="0"/>
      <dgm:spPr/>
    </dgm:pt>
    <dgm:pt modelId="{21D2396F-9623-4EE3-82D0-EF3454FA4FF4}" type="pres">
      <dgm:prSet presAssocID="{8B3138C1-EC84-417A-AAF0-3045BA4DFDC0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A71E2F-AFD6-40F2-92B2-675E10E68EAB}" type="pres">
      <dgm:prSet presAssocID="{8B3138C1-EC84-417A-AAF0-3045BA4DFDC0}" presName="level3hierChild" presStyleCnt="0"/>
      <dgm:spPr/>
    </dgm:pt>
    <dgm:pt modelId="{F3C658F5-3685-4591-8F9F-EFBCE4D476AF}" type="pres">
      <dgm:prSet presAssocID="{5C01DD8C-5C6D-4D87-AFEE-D0EC9C97146E}" presName="conn2-1" presStyleLbl="parChTrans1D4" presStyleIdx="0" presStyleCnt="7"/>
      <dgm:spPr/>
      <dgm:t>
        <a:bodyPr/>
        <a:lstStyle/>
        <a:p>
          <a:endParaRPr lang="en-US"/>
        </a:p>
      </dgm:t>
    </dgm:pt>
    <dgm:pt modelId="{9481D536-E4EC-4EFB-8E05-A87D8A050ECE}" type="pres">
      <dgm:prSet presAssocID="{5C01DD8C-5C6D-4D87-AFEE-D0EC9C97146E}" presName="connTx" presStyleLbl="parChTrans1D4" presStyleIdx="0" presStyleCnt="7"/>
      <dgm:spPr/>
      <dgm:t>
        <a:bodyPr/>
        <a:lstStyle/>
        <a:p>
          <a:endParaRPr lang="en-US"/>
        </a:p>
      </dgm:t>
    </dgm:pt>
    <dgm:pt modelId="{F85121D2-7415-4CD2-BAFA-B16F9C6BEEE4}" type="pres">
      <dgm:prSet presAssocID="{9A5BE1AE-F589-4037-83D0-10E77C8AB869}" presName="root2" presStyleCnt="0"/>
      <dgm:spPr/>
    </dgm:pt>
    <dgm:pt modelId="{741F436C-D6E5-4D2E-9D3F-C4F225F3788B}" type="pres">
      <dgm:prSet presAssocID="{9A5BE1AE-F589-4037-83D0-10E77C8AB869}" presName="LevelTwoTextNode" presStyleLbl="node4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10CEFB3-7CB2-44BC-9510-D15AF07AE0E1}" type="pres">
      <dgm:prSet presAssocID="{9A5BE1AE-F589-4037-83D0-10E77C8AB869}" presName="level3hierChild" presStyleCnt="0"/>
      <dgm:spPr/>
    </dgm:pt>
    <dgm:pt modelId="{5374CD58-89AD-419D-A2FD-1C20682A1550}" type="pres">
      <dgm:prSet presAssocID="{616121FE-A242-488D-A239-C04EBDA25A6D}" presName="conn2-1" presStyleLbl="parChTrans1D4" presStyleIdx="1" presStyleCnt="7"/>
      <dgm:spPr/>
      <dgm:t>
        <a:bodyPr/>
        <a:lstStyle/>
        <a:p>
          <a:endParaRPr lang="en-US"/>
        </a:p>
      </dgm:t>
    </dgm:pt>
    <dgm:pt modelId="{51289659-E6F6-438F-A0D2-E95A45C30A2C}" type="pres">
      <dgm:prSet presAssocID="{616121FE-A242-488D-A239-C04EBDA25A6D}" presName="connTx" presStyleLbl="parChTrans1D4" presStyleIdx="1" presStyleCnt="7"/>
      <dgm:spPr/>
      <dgm:t>
        <a:bodyPr/>
        <a:lstStyle/>
        <a:p>
          <a:endParaRPr lang="en-US"/>
        </a:p>
      </dgm:t>
    </dgm:pt>
    <dgm:pt modelId="{B3D0A883-CF5C-4548-BDDB-181114AA793B}" type="pres">
      <dgm:prSet presAssocID="{528D1C37-D037-45A8-861E-DE289AD711DF}" presName="root2" presStyleCnt="0"/>
      <dgm:spPr/>
    </dgm:pt>
    <dgm:pt modelId="{0EA15572-761F-4410-987B-4DE0B4CABB9B}" type="pres">
      <dgm:prSet presAssocID="{528D1C37-D037-45A8-861E-DE289AD711DF}" presName="LevelTwoTextNode" presStyleLbl="node4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8CA1BB-CA06-41C0-84D9-4816AB81869A}" type="pres">
      <dgm:prSet presAssocID="{528D1C37-D037-45A8-861E-DE289AD711DF}" presName="level3hierChild" presStyleCnt="0"/>
      <dgm:spPr/>
    </dgm:pt>
    <dgm:pt modelId="{8E289D87-7105-43FA-AA99-3C80165B6BAC}" type="pres">
      <dgm:prSet presAssocID="{66BFC48E-EBBC-4FE1-A0AC-C05E0588B88A}" presName="conn2-1" presStyleLbl="parChTrans1D4" presStyleIdx="2" presStyleCnt="7"/>
      <dgm:spPr/>
      <dgm:t>
        <a:bodyPr/>
        <a:lstStyle/>
        <a:p>
          <a:endParaRPr lang="en-US"/>
        </a:p>
      </dgm:t>
    </dgm:pt>
    <dgm:pt modelId="{5DF18163-4A1B-48B1-836B-20D7D9E571B7}" type="pres">
      <dgm:prSet presAssocID="{66BFC48E-EBBC-4FE1-A0AC-C05E0588B88A}" presName="connTx" presStyleLbl="parChTrans1D4" presStyleIdx="2" presStyleCnt="7"/>
      <dgm:spPr/>
      <dgm:t>
        <a:bodyPr/>
        <a:lstStyle/>
        <a:p>
          <a:endParaRPr lang="en-US"/>
        </a:p>
      </dgm:t>
    </dgm:pt>
    <dgm:pt modelId="{4DDC05A9-47EF-494C-B7AE-51203896270C}" type="pres">
      <dgm:prSet presAssocID="{AACD206E-2CE9-46D1-809B-A4965EE8B3CF}" presName="root2" presStyleCnt="0"/>
      <dgm:spPr/>
    </dgm:pt>
    <dgm:pt modelId="{1D06C88B-9726-417D-A1D6-23D12DDA3923}" type="pres">
      <dgm:prSet presAssocID="{AACD206E-2CE9-46D1-809B-A4965EE8B3CF}" presName="LevelTwoTextNode" presStyleLbl="node4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F56C77-D9E2-4CBF-A496-0FB9A67198B4}" type="pres">
      <dgm:prSet presAssocID="{AACD206E-2CE9-46D1-809B-A4965EE8B3CF}" presName="level3hierChild" presStyleCnt="0"/>
      <dgm:spPr/>
    </dgm:pt>
    <dgm:pt modelId="{63D5BE9E-DAF9-4468-8144-00890D15EF42}" type="pres">
      <dgm:prSet presAssocID="{FF1B12CC-3997-483C-AC1A-F335F63068D9}" presName="conn2-1" presStyleLbl="parChTrans1D4" presStyleIdx="3" presStyleCnt="7"/>
      <dgm:spPr/>
      <dgm:t>
        <a:bodyPr/>
        <a:lstStyle/>
        <a:p>
          <a:endParaRPr lang="en-US"/>
        </a:p>
      </dgm:t>
    </dgm:pt>
    <dgm:pt modelId="{A703D18E-35F4-45B5-84AB-0DEDDDE51D4E}" type="pres">
      <dgm:prSet presAssocID="{FF1B12CC-3997-483C-AC1A-F335F63068D9}" presName="connTx" presStyleLbl="parChTrans1D4" presStyleIdx="3" presStyleCnt="7"/>
      <dgm:spPr/>
      <dgm:t>
        <a:bodyPr/>
        <a:lstStyle/>
        <a:p>
          <a:endParaRPr lang="en-US"/>
        </a:p>
      </dgm:t>
    </dgm:pt>
    <dgm:pt modelId="{912539FA-650C-4C9E-9952-FF01E50DD039}" type="pres">
      <dgm:prSet presAssocID="{F914813C-E7FC-4010-ACF1-FB4770F4763A}" presName="root2" presStyleCnt="0"/>
      <dgm:spPr/>
    </dgm:pt>
    <dgm:pt modelId="{0AD37660-3134-4B61-B5BF-28AFA036003F}" type="pres">
      <dgm:prSet presAssocID="{F914813C-E7FC-4010-ACF1-FB4770F4763A}" presName="LevelTwoTextNode" presStyleLbl="node4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3179211-7513-4C48-94A6-1DA709779599}" type="pres">
      <dgm:prSet presAssocID="{F914813C-E7FC-4010-ACF1-FB4770F4763A}" presName="level3hierChild" presStyleCnt="0"/>
      <dgm:spPr/>
    </dgm:pt>
    <dgm:pt modelId="{C626FBBF-BB8D-4C07-B210-D7B24763C93F}" type="pres">
      <dgm:prSet presAssocID="{A45C6020-FCF5-49C0-B3F0-73E44210FE4F}" presName="conn2-1" presStyleLbl="parChTrans1D4" presStyleIdx="4" presStyleCnt="7"/>
      <dgm:spPr/>
      <dgm:t>
        <a:bodyPr/>
        <a:lstStyle/>
        <a:p>
          <a:endParaRPr lang="en-US"/>
        </a:p>
      </dgm:t>
    </dgm:pt>
    <dgm:pt modelId="{6B84222C-DF81-43B7-8DA1-17EF2C8B9131}" type="pres">
      <dgm:prSet presAssocID="{A45C6020-FCF5-49C0-B3F0-73E44210FE4F}" presName="connTx" presStyleLbl="parChTrans1D4" presStyleIdx="4" presStyleCnt="7"/>
      <dgm:spPr/>
      <dgm:t>
        <a:bodyPr/>
        <a:lstStyle/>
        <a:p>
          <a:endParaRPr lang="en-US"/>
        </a:p>
      </dgm:t>
    </dgm:pt>
    <dgm:pt modelId="{997FEA26-BD34-4843-9C21-DC9B8F649DF5}" type="pres">
      <dgm:prSet presAssocID="{68AD11F3-5834-4EF3-8B3C-6526BE95AA5F}" presName="root2" presStyleCnt="0"/>
      <dgm:spPr/>
    </dgm:pt>
    <dgm:pt modelId="{57C9C459-9034-4B9E-A782-3DF1F5C968A7}" type="pres">
      <dgm:prSet presAssocID="{68AD11F3-5834-4EF3-8B3C-6526BE95AA5F}" presName="LevelTwoTextNode" presStyleLbl="node4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3EF164E-F4BA-4553-BDEB-E9244BA9D14D}" type="pres">
      <dgm:prSet presAssocID="{68AD11F3-5834-4EF3-8B3C-6526BE95AA5F}" presName="level3hierChild" presStyleCnt="0"/>
      <dgm:spPr/>
    </dgm:pt>
    <dgm:pt modelId="{3D43BF27-294D-4319-8D17-FBBC12E58718}" type="pres">
      <dgm:prSet presAssocID="{EE053152-40F7-4E8D-A4A8-2D8D5E8D5F4E}" presName="conn2-1" presStyleLbl="parChTrans1D4" presStyleIdx="5" presStyleCnt="7"/>
      <dgm:spPr/>
      <dgm:t>
        <a:bodyPr/>
        <a:lstStyle/>
        <a:p>
          <a:endParaRPr lang="en-US"/>
        </a:p>
      </dgm:t>
    </dgm:pt>
    <dgm:pt modelId="{AE698355-BA47-4EE3-A5A0-ED3BB6CBF869}" type="pres">
      <dgm:prSet presAssocID="{EE053152-40F7-4E8D-A4A8-2D8D5E8D5F4E}" presName="connTx" presStyleLbl="parChTrans1D4" presStyleIdx="5" presStyleCnt="7"/>
      <dgm:spPr/>
      <dgm:t>
        <a:bodyPr/>
        <a:lstStyle/>
        <a:p>
          <a:endParaRPr lang="en-US"/>
        </a:p>
      </dgm:t>
    </dgm:pt>
    <dgm:pt modelId="{F69D877A-595D-4A15-BC75-23C96672DA58}" type="pres">
      <dgm:prSet presAssocID="{C3D2208D-2D4A-4295-8BCE-1E437C0B3DE4}" presName="root2" presStyleCnt="0"/>
      <dgm:spPr/>
    </dgm:pt>
    <dgm:pt modelId="{0DB0CFA6-BDD9-4B52-BC79-A04AE3B8886B}" type="pres">
      <dgm:prSet presAssocID="{C3D2208D-2D4A-4295-8BCE-1E437C0B3DE4}" presName="LevelTwoTextNode" presStyleLbl="node4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FDDA5B-7AC6-45B2-8656-E9DFCEBAE41B}" type="pres">
      <dgm:prSet presAssocID="{C3D2208D-2D4A-4295-8BCE-1E437C0B3DE4}" presName="level3hierChild" presStyleCnt="0"/>
      <dgm:spPr/>
    </dgm:pt>
    <dgm:pt modelId="{8C48D960-7A2E-4D25-A9F7-5A2CA5FD6797}" type="pres">
      <dgm:prSet presAssocID="{A013DF62-6FA3-4CD4-A6FC-D1989117FE80}" presName="conn2-1" presStyleLbl="parChTrans1D4" presStyleIdx="6" presStyleCnt="7"/>
      <dgm:spPr/>
      <dgm:t>
        <a:bodyPr/>
        <a:lstStyle/>
        <a:p>
          <a:endParaRPr lang="en-US"/>
        </a:p>
      </dgm:t>
    </dgm:pt>
    <dgm:pt modelId="{0E15E3B4-8CE2-413B-85F0-1A5CE31F4C2E}" type="pres">
      <dgm:prSet presAssocID="{A013DF62-6FA3-4CD4-A6FC-D1989117FE80}" presName="connTx" presStyleLbl="parChTrans1D4" presStyleIdx="6" presStyleCnt="7"/>
      <dgm:spPr/>
      <dgm:t>
        <a:bodyPr/>
        <a:lstStyle/>
        <a:p>
          <a:endParaRPr lang="en-US"/>
        </a:p>
      </dgm:t>
    </dgm:pt>
    <dgm:pt modelId="{579882C6-43CC-452F-92D6-A3E770A2437F}" type="pres">
      <dgm:prSet presAssocID="{EC30FB16-F6A6-431A-BD33-4D5E3AE24B0A}" presName="root2" presStyleCnt="0"/>
      <dgm:spPr/>
    </dgm:pt>
    <dgm:pt modelId="{2CE2199D-9EF4-4951-A106-4A41A3D92672}" type="pres">
      <dgm:prSet presAssocID="{EC30FB16-F6A6-431A-BD33-4D5E3AE24B0A}" presName="LevelTwoTextNode" presStyleLbl="node4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313BA9-F451-46C6-BED0-2F421208DAAE}" type="pres">
      <dgm:prSet presAssocID="{EC30FB16-F6A6-431A-BD33-4D5E3AE24B0A}" presName="level3hierChild" presStyleCnt="0"/>
      <dgm:spPr/>
    </dgm:pt>
  </dgm:ptLst>
  <dgm:cxnLst>
    <dgm:cxn modelId="{AC33550F-9E72-464A-AE07-1CD02ABB1780}" srcId="{59912117-1055-4075-A058-A1FA64375C1B}" destId="{8B3138C1-EC84-417A-AAF0-3045BA4DFDC0}" srcOrd="0" destOrd="0" parTransId="{7692D722-F1C4-4C8D-A930-6E931960A12D}" sibTransId="{5D3B99CE-CBAC-491B-A971-14BB56BA4C91}"/>
    <dgm:cxn modelId="{C88EE4F6-B188-4F00-9344-4AC277C29EE0}" type="presOf" srcId="{8CCDE4E8-7CBC-4F3E-AD72-6E7989A41795}" destId="{BEC6354E-E85F-4E1C-8C63-C6867AA4DD0C}" srcOrd="1" destOrd="0" presId="urn:microsoft.com/office/officeart/2005/8/layout/hierarchy2"/>
    <dgm:cxn modelId="{838B1F9D-BDB2-4031-8FD3-9534EDFA564A}" srcId="{528D1C37-D037-45A8-861E-DE289AD711DF}" destId="{AACD206E-2CE9-46D1-809B-A4965EE8B3CF}" srcOrd="0" destOrd="0" parTransId="{66BFC48E-EBBC-4FE1-A0AC-C05E0588B88A}" sibTransId="{5F58040E-946C-4FA0-BDD0-EA7539CDF752}"/>
    <dgm:cxn modelId="{E96B1C1E-3EAB-4DA4-89E9-2406B3793CD7}" srcId="{8840CC94-E7B3-417F-BE74-541221123124}" destId="{AB53AC6C-CE64-44F9-A700-FEC5E918FA00}" srcOrd="0" destOrd="0" parTransId="{B1436D5B-603E-4D16-8655-A601B9FBD881}" sibTransId="{36AAF4FE-61AE-464C-A6F2-5402B4159550}"/>
    <dgm:cxn modelId="{29692332-D271-4099-B501-DBE569DDB69E}" type="presOf" srcId="{EC30FB16-F6A6-431A-BD33-4D5E3AE24B0A}" destId="{2CE2199D-9EF4-4951-A106-4A41A3D92672}" srcOrd="0" destOrd="0" presId="urn:microsoft.com/office/officeart/2005/8/layout/hierarchy2"/>
    <dgm:cxn modelId="{CF351E9B-CA4B-41FD-B63B-6EB64E0E5D82}" srcId="{9A5BE1AE-F589-4037-83D0-10E77C8AB869}" destId="{528D1C37-D037-45A8-861E-DE289AD711DF}" srcOrd="0" destOrd="0" parTransId="{616121FE-A242-488D-A239-C04EBDA25A6D}" sibTransId="{0E8F3B87-23D2-48E9-96CE-CF54B92F9D80}"/>
    <dgm:cxn modelId="{F8D790E6-85E8-4B8E-9CDD-8FE0FD7FB7F8}" type="presOf" srcId="{EE053152-40F7-4E8D-A4A8-2D8D5E8D5F4E}" destId="{AE698355-BA47-4EE3-A5A0-ED3BB6CBF869}" srcOrd="1" destOrd="0" presId="urn:microsoft.com/office/officeart/2005/8/layout/hierarchy2"/>
    <dgm:cxn modelId="{6FE02A7E-6E77-468C-9090-E98FFF2AF4C2}" type="presOf" srcId="{5C01DD8C-5C6D-4D87-AFEE-D0EC9C97146E}" destId="{9481D536-E4EC-4EFB-8E05-A87D8A050ECE}" srcOrd="1" destOrd="0" presId="urn:microsoft.com/office/officeart/2005/8/layout/hierarchy2"/>
    <dgm:cxn modelId="{48A588D8-0DCB-4D55-8E5E-D7B18243978A}" type="presOf" srcId="{616121FE-A242-488D-A239-C04EBDA25A6D}" destId="{5374CD58-89AD-419D-A2FD-1C20682A1550}" srcOrd="0" destOrd="0" presId="urn:microsoft.com/office/officeart/2005/8/layout/hierarchy2"/>
    <dgm:cxn modelId="{4FB9244B-5ABD-440D-8915-FFE05F43A41B}" type="presOf" srcId="{FF1B12CC-3997-483C-AC1A-F335F63068D9}" destId="{63D5BE9E-DAF9-4468-8144-00890D15EF42}" srcOrd="0" destOrd="0" presId="urn:microsoft.com/office/officeart/2005/8/layout/hierarchy2"/>
    <dgm:cxn modelId="{39876BEA-CD03-4897-87D4-9DBB222FE9FC}" type="presOf" srcId="{AACD206E-2CE9-46D1-809B-A4965EE8B3CF}" destId="{1D06C88B-9726-417D-A1D6-23D12DDA3923}" srcOrd="0" destOrd="0" presId="urn:microsoft.com/office/officeart/2005/8/layout/hierarchy2"/>
    <dgm:cxn modelId="{96BCC0C6-37F7-4415-9441-336FE0E31C3B}" srcId="{AACD206E-2CE9-46D1-809B-A4965EE8B3CF}" destId="{F914813C-E7FC-4010-ACF1-FB4770F4763A}" srcOrd="0" destOrd="0" parTransId="{FF1B12CC-3997-483C-AC1A-F335F63068D9}" sibTransId="{E980A5E8-0F9B-40FB-B4E3-FAC655E2AB59}"/>
    <dgm:cxn modelId="{C1018A86-934A-416C-A78E-AEF727C1AC3A}" type="presOf" srcId="{8840CC94-E7B3-417F-BE74-541221123124}" destId="{FB073A8F-8C69-4D69-BF94-122B9972DE99}" srcOrd="0" destOrd="0" presId="urn:microsoft.com/office/officeart/2005/8/layout/hierarchy2"/>
    <dgm:cxn modelId="{CC8F98F1-05B1-49D1-BFAD-99C7D422531F}" type="presOf" srcId="{A45C6020-FCF5-49C0-B3F0-73E44210FE4F}" destId="{6B84222C-DF81-43B7-8DA1-17EF2C8B9131}" srcOrd="1" destOrd="0" presId="urn:microsoft.com/office/officeart/2005/8/layout/hierarchy2"/>
    <dgm:cxn modelId="{C71016DD-D19E-4387-9AB6-6B70992D7A59}" type="presOf" srcId="{66BFC48E-EBBC-4FE1-A0AC-C05E0588B88A}" destId="{8E289D87-7105-43FA-AA99-3C80165B6BAC}" srcOrd="0" destOrd="0" presId="urn:microsoft.com/office/officeart/2005/8/layout/hierarchy2"/>
    <dgm:cxn modelId="{9644C4B2-10A5-4BF7-9651-11A8433F6B5F}" type="presOf" srcId="{F914813C-E7FC-4010-ACF1-FB4770F4763A}" destId="{0AD37660-3134-4B61-B5BF-28AFA036003F}" srcOrd="0" destOrd="0" presId="urn:microsoft.com/office/officeart/2005/8/layout/hierarchy2"/>
    <dgm:cxn modelId="{A036F8D1-D419-408A-BDBF-1BEF0245CF48}" type="presOf" srcId="{C3D2208D-2D4A-4295-8BCE-1E437C0B3DE4}" destId="{0DB0CFA6-BDD9-4B52-BC79-A04AE3B8886B}" srcOrd="0" destOrd="0" presId="urn:microsoft.com/office/officeart/2005/8/layout/hierarchy2"/>
    <dgm:cxn modelId="{3178484C-4D16-4EEB-84A4-CFEBC6A5013D}" type="presOf" srcId="{A013DF62-6FA3-4CD4-A6FC-D1989117FE80}" destId="{8C48D960-7A2E-4D25-A9F7-5A2CA5FD6797}" srcOrd="0" destOrd="0" presId="urn:microsoft.com/office/officeart/2005/8/layout/hierarchy2"/>
    <dgm:cxn modelId="{1BE15040-4032-4E1A-B628-61B760C9B23B}" srcId="{AB53AC6C-CE64-44F9-A700-FEC5E918FA00}" destId="{59912117-1055-4075-A058-A1FA64375C1B}" srcOrd="0" destOrd="0" parTransId="{8CCDE4E8-7CBC-4F3E-AD72-6E7989A41795}" sibTransId="{BBD49112-E2AC-43F2-B380-2016A0E756BA}"/>
    <dgm:cxn modelId="{18C00953-5F8A-461B-9970-C3421AB8D605}" type="presOf" srcId="{9A5BE1AE-F589-4037-83D0-10E77C8AB869}" destId="{741F436C-D6E5-4D2E-9D3F-C4F225F3788B}" srcOrd="0" destOrd="0" presId="urn:microsoft.com/office/officeart/2005/8/layout/hierarchy2"/>
    <dgm:cxn modelId="{56EC2564-35A9-4FCF-8FDF-584123F3D64A}" type="presOf" srcId="{7692D722-F1C4-4C8D-A930-6E931960A12D}" destId="{8B95D580-1259-4544-A24C-34B5137B2DBE}" srcOrd="1" destOrd="0" presId="urn:microsoft.com/office/officeart/2005/8/layout/hierarchy2"/>
    <dgm:cxn modelId="{028CF60F-0671-40CE-8FC9-F9C9CCF0B1D0}" type="presOf" srcId="{528D1C37-D037-45A8-861E-DE289AD711DF}" destId="{0EA15572-761F-4410-987B-4DE0B4CABB9B}" srcOrd="0" destOrd="0" presId="urn:microsoft.com/office/officeart/2005/8/layout/hierarchy2"/>
    <dgm:cxn modelId="{92BA29DB-347A-4D0D-B1C4-764E303020D2}" type="presOf" srcId="{7692D722-F1C4-4C8D-A930-6E931960A12D}" destId="{3AA07CEE-A776-4D6E-A7C8-645613026ABC}" srcOrd="0" destOrd="0" presId="urn:microsoft.com/office/officeart/2005/8/layout/hierarchy2"/>
    <dgm:cxn modelId="{8A08F266-7477-4D3B-BE65-47DAECC897BB}" srcId="{68AD11F3-5834-4EF3-8B3C-6526BE95AA5F}" destId="{C3D2208D-2D4A-4295-8BCE-1E437C0B3DE4}" srcOrd="0" destOrd="0" parTransId="{EE053152-40F7-4E8D-A4A8-2D8D5E8D5F4E}" sibTransId="{FEED9295-46A7-4B4D-AB28-643348A53AB1}"/>
    <dgm:cxn modelId="{3CEAF357-2E33-448A-9A35-FC874C471842}" type="presOf" srcId="{616121FE-A242-488D-A239-C04EBDA25A6D}" destId="{51289659-E6F6-438F-A0D2-E95A45C30A2C}" srcOrd="1" destOrd="0" presId="urn:microsoft.com/office/officeart/2005/8/layout/hierarchy2"/>
    <dgm:cxn modelId="{E5F4FF53-856A-4ECA-8DB7-CFC975F902F0}" type="presOf" srcId="{5C01DD8C-5C6D-4D87-AFEE-D0EC9C97146E}" destId="{F3C658F5-3685-4591-8F9F-EFBCE4D476AF}" srcOrd="0" destOrd="0" presId="urn:microsoft.com/office/officeart/2005/8/layout/hierarchy2"/>
    <dgm:cxn modelId="{91D07E34-BFB2-47F0-8551-669AFD112C7E}" type="presOf" srcId="{59912117-1055-4075-A058-A1FA64375C1B}" destId="{A742E50D-F7CD-4FB1-B9D1-8CA96AA387C6}" srcOrd="0" destOrd="0" presId="urn:microsoft.com/office/officeart/2005/8/layout/hierarchy2"/>
    <dgm:cxn modelId="{2C72F141-77FD-4489-AD14-1F0DD39510F2}" type="presOf" srcId="{A45C6020-FCF5-49C0-B3F0-73E44210FE4F}" destId="{C626FBBF-BB8D-4C07-B210-D7B24763C93F}" srcOrd="0" destOrd="0" presId="urn:microsoft.com/office/officeart/2005/8/layout/hierarchy2"/>
    <dgm:cxn modelId="{B918C183-97AB-4C16-96E0-FDDC3600EC1F}" srcId="{F914813C-E7FC-4010-ACF1-FB4770F4763A}" destId="{68AD11F3-5834-4EF3-8B3C-6526BE95AA5F}" srcOrd="0" destOrd="0" parTransId="{A45C6020-FCF5-49C0-B3F0-73E44210FE4F}" sibTransId="{D9269EA2-F54A-4E49-A290-1C5BEADB9EFC}"/>
    <dgm:cxn modelId="{04CA24C4-B0AE-41F3-8DB2-BDA0E1139BE6}" type="presOf" srcId="{8B3138C1-EC84-417A-AAF0-3045BA4DFDC0}" destId="{21D2396F-9623-4EE3-82D0-EF3454FA4FF4}" srcOrd="0" destOrd="0" presId="urn:microsoft.com/office/officeart/2005/8/layout/hierarchy2"/>
    <dgm:cxn modelId="{9CD507FE-C2C9-4424-9E88-71B6CEB2EBCF}" type="presOf" srcId="{FF1B12CC-3997-483C-AC1A-F335F63068D9}" destId="{A703D18E-35F4-45B5-84AB-0DEDDDE51D4E}" srcOrd="1" destOrd="0" presId="urn:microsoft.com/office/officeart/2005/8/layout/hierarchy2"/>
    <dgm:cxn modelId="{8B1F3190-88D3-4006-ACE7-0B2AAE7D83EB}" type="presOf" srcId="{EE053152-40F7-4E8D-A4A8-2D8D5E8D5F4E}" destId="{3D43BF27-294D-4319-8D17-FBBC12E58718}" srcOrd="0" destOrd="0" presId="urn:microsoft.com/office/officeart/2005/8/layout/hierarchy2"/>
    <dgm:cxn modelId="{17719E2F-1FF9-4116-B340-68A63BED7F6B}" type="presOf" srcId="{8CCDE4E8-7CBC-4F3E-AD72-6E7989A41795}" destId="{95013014-D182-4A30-A0EB-E53479E072D4}" srcOrd="0" destOrd="0" presId="urn:microsoft.com/office/officeart/2005/8/layout/hierarchy2"/>
    <dgm:cxn modelId="{04BBD2D3-B369-4D46-8CBB-3786A3FD8F25}" type="presOf" srcId="{AB53AC6C-CE64-44F9-A700-FEC5E918FA00}" destId="{93CD9DE7-4933-439F-940E-77362AE7C5AA}" srcOrd="0" destOrd="0" presId="urn:microsoft.com/office/officeart/2005/8/layout/hierarchy2"/>
    <dgm:cxn modelId="{EBE06AC3-A58F-4D23-A624-22020262D259}" srcId="{8B3138C1-EC84-417A-AAF0-3045BA4DFDC0}" destId="{9A5BE1AE-F589-4037-83D0-10E77C8AB869}" srcOrd="0" destOrd="0" parTransId="{5C01DD8C-5C6D-4D87-AFEE-D0EC9C97146E}" sibTransId="{34045E10-035A-4B36-BE36-5B83E6284EA0}"/>
    <dgm:cxn modelId="{7E189C18-CD00-407D-8968-A05CCC00749D}" type="presOf" srcId="{A013DF62-6FA3-4CD4-A6FC-D1989117FE80}" destId="{0E15E3B4-8CE2-413B-85F0-1A5CE31F4C2E}" srcOrd="1" destOrd="0" presId="urn:microsoft.com/office/officeart/2005/8/layout/hierarchy2"/>
    <dgm:cxn modelId="{34CED26E-7BF4-46C6-A45B-5104CB810A7E}" type="presOf" srcId="{68AD11F3-5834-4EF3-8B3C-6526BE95AA5F}" destId="{57C9C459-9034-4B9E-A782-3DF1F5C968A7}" srcOrd="0" destOrd="0" presId="urn:microsoft.com/office/officeart/2005/8/layout/hierarchy2"/>
    <dgm:cxn modelId="{8B497743-7944-4C74-90B9-A554738CDE1A}" srcId="{C3D2208D-2D4A-4295-8BCE-1E437C0B3DE4}" destId="{EC30FB16-F6A6-431A-BD33-4D5E3AE24B0A}" srcOrd="0" destOrd="0" parTransId="{A013DF62-6FA3-4CD4-A6FC-D1989117FE80}" sibTransId="{94FA0D99-3F88-499A-9490-0E24207D2147}"/>
    <dgm:cxn modelId="{BE9C862F-035E-4B34-A6DA-D01172BB454A}" type="presOf" srcId="{66BFC48E-EBBC-4FE1-A0AC-C05E0588B88A}" destId="{5DF18163-4A1B-48B1-836B-20D7D9E571B7}" srcOrd="1" destOrd="0" presId="urn:microsoft.com/office/officeart/2005/8/layout/hierarchy2"/>
    <dgm:cxn modelId="{F8FDC9A3-D818-4200-BD5B-C6F29E8BA483}" type="presParOf" srcId="{FB073A8F-8C69-4D69-BF94-122B9972DE99}" destId="{DB2DD083-71A7-4C99-B2A6-188CF739EC07}" srcOrd="0" destOrd="0" presId="urn:microsoft.com/office/officeart/2005/8/layout/hierarchy2"/>
    <dgm:cxn modelId="{3F1B145C-9B33-4F51-84B2-12DD027195D6}" type="presParOf" srcId="{DB2DD083-71A7-4C99-B2A6-188CF739EC07}" destId="{93CD9DE7-4933-439F-940E-77362AE7C5AA}" srcOrd="0" destOrd="0" presId="urn:microsoft.com/office/officeart/2005/8/layout/hierarchy2"/>
    <dgm:cxn modelId="{B73FC29B-3E36-484E-870C-B9421F7B69A2}" type="presParOf" srcId="{DB2DD083-71A7-4C99-B2A6-188CF739EC07}" destId="{880B2DCF-6146-428D-B7B8-53BCDBDB802D}" srcOrd="1" destOrd="0" presId="urn:microsoft.com/office/officeart/2005/8/layout/hierarchy2"/>
    <dgm:cxn modelId="{7EDA914F-D6C5-404E-BF75-47366353DA5D}" type="presParOf" srcId="{880B2DCF-6146-428D-B7B8-53BCDBDB802D}" destId="{95013014-D182-4A30-A0EB-E53479E072D4}" srcOrd="0" destOrd="0" presId="urn:microsoft.com/office/officeart/2005/8/layout/hierarchy2"/>
    <dgm:cxn modelId="{A698FA32-1126-4068-9DB6-45A68BF356F0}" type="presParOf" srcId="{95013014-D182-4A30-A0EB-E53479E072D4}" destId="{BEC6354E-E85F-4E1C-8C63-C6867AA4DD0C}" srcOrd="0" destOrd="0" presId="urn:microsoft.com/office/officeart/2005/8/layout/hierarchy2"/>
    <dgm:cxn modelId="{ACB8C1A2-3AF0-4FCF-973C-0BBDA5C5BE7D}" type="presParOf" srcId="{880B2DCF-6146-428D-B7B8-53BCDBDB802D}" destId="{E6E8D07E-D414-4E0C-8948-F9149CB62EB0}" srcOrd="1" destOrd="0" presId="urn:microsoft.com/office/officeart/2005/8/layout/hierarchy2"/>
    <dgm:cxn modelId="{56BEF757-92A7-4272-9C68-9C5154B6FC1A}" type="presParOf" srcId="{E6E8D07E-D414-4E0C-8948-F9149CB62EB0}" destId="{A742E50D-F7CD-4FB1-B9D1-8CA96AA387C6}" srcOrd="0" destOrd="0" presId="urn:microsoft.com/office/officeart/2005/8/layout/hierarchy2"/>
    <dgm:cxn modelId="{C3DFC86E-44B5-4161-AA0D-E32DD4198A84}" type="presParOf" srcId="{E6E8D07E-D414-4E0C-8948-F9149CB62EB0}" destId="{9FF5F76F-8EC7-4254-8B49-BC68C8761A8B}" srcOrd="1" destOrd="0" presId="urn:microsoft.com/office/officeart/2005/8/layout/hierarchy2"/>
    <dgm:cxn modelId="{27C6661C-F994-4C30-A1F2-D8BAFBDAEE54}" type="presParOf" srcId="{9FF5F76F-8EC7-4254-8B49-BC68C8761A8B}" destId="{3AA07CEE-A776-4D6E-A7C8-645613026ABC}" srcOrd="0" destOrd="0" presId="urn:microsoft.com/office/officeart/2005/8/layout/hierarchy2"/>
    <dgm:cxn modelId="{D16926CB-7839-4701-A9A6-690E4DDCAAA0}" type="presParOf" srcId="{3AA07CEE-A776-4D6E-A7C8-645613026ABC}" destId="{8B95D580-1259-4544-A24C-34B5137B2DBE}" srcOrd="0" destOrd="0" presId="urn:microsoft.com/office/officeart/2005/8/layout/hierarchy2"/>
    <dgm:cxn modelId="{4080C0CB-6AE1-4EEE-BA6F-7378C7D17256}" type="presParOf" srcId="{9FF5F76F-8EC7-4254-8B49-BC68C8761A8B}" destId="{DA465A29-31DB-401E-ABEA-9BA9E032A0E3}" srcOrd="1" destOrd="0" presId="urn:microsoft.com/office/officeart/2005/8/layout/hierarchy2"/>
    <dgm:cxn modelId="{DEE15CC9-0606-4F58-A8B8-45EF241C74B4}" type="presParOf" srcId="{DA465A29-31DB-401E-ABEA-9BA9E032A0E3}" destId="{21D2396F-9623-4EE3-82D0-EF3454FA4FF4}" srcOrd="0" destOrd="0" presId="urn:microsoft.com/office/officeart/2005/8/layout/hierarchy2"/>
    <dgm:cxn modelId="{0440C8E9-B3FB-4468-96F7-9EC5D2DDC8B5}" type="presParOf" srcId="{DA465A29-31DB-401E-ABEA-9BA9E032A0E3}" destId="{5AA71E2F-AFD6-40F2-92B2-675E10E68EAB}" srcOrd="1" destOrd="0" presId="urn:microsoft.com/office/officeart/2005/8/layout/hierarchy2"/>
    <dgm:cxn modelId="{55199BE4-AD1D-4240-A7CB-B6E89AB3F5B4}" type="presParOf" srcId="{5AA71E2F-AFD6-40F2-92B2-675E10E68EAB}" destId="{F3C658F5-3685-4591-8F9F-EFBCE4D476AF}" srcOrd="0" destOrd="0" presId="urn:microsoft.com/office/officeart/2005/8/layout/hierarchy2"/>
    <dgm:cxn modelId="{691CAC2B-9A94-4B2E-B631-A8B4CE6A3D7D}" type="presParOf" srcId="{F3C658F5-3685-4591-8F9F-EFBCE4D476AF}" destId="{9481D536-E4EC-4EFB-8E05-A87D8A050ECE}" srcOrd="0" destOrd="0" presId="urn:microsoft.com/office/officeart/2005/8/layout/hierarchy2"/>
    <dgm:cxn modelId="{B079EB61-EEDF-4C4D-8CD4-30C6095B2058}" type="presParOf" srcId="{5AA71E2F-AFD6-40F2-92B2-675E10E68EAB}" destId="{F85121D2-7415-4CD2-BAFA-B16F9C6BEEE4}" srcOrd="1" destOrd="0" presId="urn:microsoft.com/office/officeart/2005/8/layout/hierarchy2"/>
    <dgm:cxn modelId="{5F842D48-8B3F-45EC-B9F1-1A8F70FCD935}" type="presParOf" srcId="{F85121D2-7415-4CD2-BAFA-B16F9C6BEEE4}" destId="{741F436C-D6E5-4D2E-9D3F-C4F225F3788B}" srcOrd="0" destOrd="0" presId="urn:microsoft.com/office/officeart/2005/8/layout/hierarchy2"/>
    <dgm:cxn modelId="{0663F726-AA3A-4838-BA46-27088349D592}" type="presParOf" srcId="{F85121D2-7415-4CD2-BAFA-B16F9C6BEEE4}" destId="{710CEFB3-7CB2-44BC-9510-D15AF07AE0E1}" srcOrd="1" destOrd="0" presId="urn:microsoft.com/office/officeart/2005/8/layout/hierarchy2"/>
    <dgm:cxn modelId="{55B77253-969E-44EC-A2C5-B2B1E6456327}" type="presParOf" srcId="{710CEFB3-7CB2-44BC-9510-D15AF07AE0E1}" destId="{5374CD58-89AD-419D-A2FD-1C20682A1550}" srcOrd="0" destOrd="0" presId="urn:microsoft.com/office/officeart/2005/8/layout/hierarchy2"/>
    <dgm:cxn modelId="{2519D6BF-86FB-4113-A0E4-A0E2307FA3B5}" type="presParOf" srcId="{5374CD58-89AD-419D-A2FD-1C20682A1550}" destId="{51289659-E6F6-438F-A0D2-E95A45C30A2C}" srcOrd="0" destOrd="0" presId="urn:microsoft.com/office/officeart/2005/8/layout/hierarchy2"/>
    <dgm:cxn modelId="{F1DE633E-A19B-4F88-A51E-69CFCA18EE35}" type="presParOf" srcId="{710CEFB3-7CB2-44BC-9510-D15AF07AE0E1}" destId="{B3D0A883-CF5C-4548-BDDB-181114AA793B}" srcOrd="1" destOrd="0" presId="urn:microsoft.com/office/officeart/2005/8/layout/hierarchy2"/>
    <dgm:cxn modelId="{1D5558A5-9D23-48C4-B492-3BFD02DAE77F}" type="presParOf" srcId="{B3D0A883-CF5C-4548-BDDB-181114AA793B}" destId="{0EA15572-761F-4410-987B-4DE0B4CABB9B}" srcOrd="0" destOrd="0" presId="urn:microsoft.com/office/officeart/2005/8/layout/hierarchy2"/>
    <dgm:cxn modelId="{E66165D2-5794-4E26-BE1D-CB614E916283}" type="presParOf" srcId="{B3D0A883-CF5C-4548-BDDB-181114AA793B}" destId="{F98CA1BB-CA06-41C0-84D9-4816AB81869A}" srcOrd="1" destOrd="0" presId="urn:microsoft.com/office/officeart/2005/8/layout/hierarchy2"/>
    <dgm:cxn modelId="{D7E5A5EC-0261-443F-BFBD-BE56806D57CF}" type="presParOf" srcId="{F98CA1BB-CA06-41C0-84D9-4816AB81869A}" destId="{8E289D87-7105-43FA-AA99-3C80165B6BAC}" srcOrd="0" destOrd="0" presId="urn:microsoft.com/office/officeart/2005/8/layout/hierarchy2"/>
    <dgm:cxn modelId="{CC574F71-D8A1-4A06-8098-A16C09C4674C}" type="presParOf" srcId="{8E289D87-7105-43FA-AA99-3C80165B6BAC}" destId="{5DF18163-4A1B-48B1-836B-20D7D9E571B7}" srcOrd="0" destOrd="0" presId="urn:microsoft.com/office/officeart/2005/8/layout/hierarchy2"/>
    <dgm:cxn modelId="{124DA306-2BC6-4F4A-A32A-CD5B4DD7CFE3}" type="presParOf" srcId="{F98CA1BB-CA06-41C0-84D9-4816AB81869A}" destId="{4DDC05A9-47EF-494C-B7AE-51203896270C}" srcOrd="1" destOrd="0" presId="urn:microsoft.com/office/officeart/2005/8/layout/hierarchy2"/>
    <dgm:cxn modelId="{B1833691-DC42-41DC-935B-22D83BD7D23D}" type="presParOf" srcId="{4DDC05A9-47EF-494C-B7AE-51203896270C}" destId="{1D06C88B-9726-417D-A1D6-23D12DDA3923}" srcOrd="0" destOrd="0" presId="urn:microsoft.com/office/officeart/2005/8/layout/hierarchy2"/>
    <dgm:cxn modelId="{ABAFDFC1-DF14-498E-A66A-A2F2A3BB4523}" type="presParOf" srcId="{4DDC05A9-47EF-494C-B7AE-51203896270C}" destId="{9CF56C77-D9E2-4CBF-A496-0FB9A67198B4}" srcOrd="1" destOrd="0" presId="urn:microsoft.com/office/officeart/2005/8/layout/hierarchy2"/>
    <dgm:cxn modelId="{DC4C66E7-CDE6-4D71-BB65-CA02BED3E5B9}" type="presParOf" srcId="{9CF56C77-D9E2-4CBF-A496-0FB9A67198B4}" destId="{63D5BE9E-DAF9-4468-8144-00890D15EF42}" srcOrd="0" destOrd="0" presId="urn:microsoft.com/office/officeart/2005/8/layout/hierarchy2"/>
    <dgm:cxn modelId="{B21D9E17-4B2F-43EA-8939-CBB4723E7AF3}" type="presParOf" srcId="{63D5BE9E-DAF9-4468-8144-00890D15EF42}" destId="{A703D18E-35F4-45B5-84AB-0DEDDDE51D4E}" srcOrd="0" destOrd="0" presId="urn:microsoft.com/office/officeart/2005/8/layout/hierarchy2"/>
    <dgm:cxn modelId="{5C49AC8C-9826-4B04-9A92-54A668F17E80}" type="presParOf" srcId="{9CF56C77-D9E2-4CBF-A496-0FB9A67198B4}" destId="{912539FA-650C-4C9E-9952-FF01E50DD039}" srcOrd="1" destOrd="0" presId="urn:microsoft.com/office/officeart/2005/8/layout/hierarchy2"/>
    <dgm:cxn modelId="{9C6538A4-DFBF-4AA8-A54E-426A14B0848B}" type="presParOf" srcId="{912539FA-650C-4C9E-9952-FF01E50DD039}" destId="{0AD37660-3134-4B61-B5BF-28AFA036003F}" srcOrd="0" destOrd="0" presId="urn:microsoft.com/office/officeart/2005/8/layout/hierarchy2"/>
    <dgm:cxn modelId="{4B3CF0EF-93D3-4FEB-991A-E9717C9A69E9}" type="presParOf" srcId="{912539FA-650C-4C9E-9952-FF01E50DD039}" destId="{E3179211-7513-4C48-94A6-1DA709779599}" srcOrd="1" destOrd="0" presId="urn:microsoft.com/office/officeart/2005/8/layout/hierarchy2"/>
    <dgm:cxn modelId="{C06A80A1-06D3-4D34-A4B1-7CFD11E2DB62}" type="presParOf" srcId="{E3179211-7513-4C48-94A6-1DA709779599}" destId="{C626FBBF-BB8D-4C07-B210-D7B24763C93F}" srcOrd="0" destOrd="0" presId="urn:microsoft.com/office/officeart/2005/8/layout/hierarchy2"/>
    <dgm:cxn modelId="{3C850503-05AC-4B0A-9247-8DAE5C342A5D}" type="presParOf" srcId="{C626FBBF-BB8D-4C07-B210-D7B24763C93F}" destId="{6B84222C-DF81-43B7-8DA1-17EF2C8B9131}" srcOrd="0" destOrd="0" presId="urn:microsoft.com/office/officeart/2005/8/layout/hierarchy2"/>
    <dgm:cxn modelId="{0F622F49-9C6A-4D6C-8A3F-520E4E0B409C}" type="presParOf" srcId="{E3179211-7513-4C48-94A6-1DA709779599}" destId="{997FEA26-BD34-4843-9C21-DC9B8F649DF5}" srcOrd="1" destOrd="0" presId="urn:microsoft.com/office/officeart/2005/8/layout/hierarchy2"/>
    <dgm:cxn modelId="{8E31ED07-3DE8-4D38-B7F8-A3A0926D76B0}" type="presParOf" srcId="{997FEA26-BD34-4843-9C21-DC9B8F649DF5}" destId="{57C9C459-9034-4B9E-A782-3DF1F5C968A7}" srcOrd="0" destOrd="0" presId="urn:microsoft.com/office/officeart/2005/8/layout/hierarchy2"/>
    <dgm:cxn modelId="{50CCD1DB-FD46-40EC-B7E2-FA7EAF1326D6}" type="presParOf" srcId="{997FEA26-BD34-4843-9C21-DC9B8F649DF5}" destId="{C3EF164E-F4BA-4553-BDEB-E9244BA9D14D}" srcOrd="1" destOrd="0" presId="urn:microsoft.com/office/officeart/2005/8/layout/hierarchy2"/>
    <dgm:cxn modelId="{2E0FD3A6-8BE2-49F9-B537-8A6240BD9361}" type="presParOf" srcId="{C3EF164E-F4BA-4553-BDEB-E9244BA9D14D}" destId="{3D43BF27-294D-4319-8D17-FBBC12E58718}" srcOrd="0" destOrd="0" presId="urn:microsoft.com/office/officeart/2005/8/layout/hierarchy2"/>
    <dgm:cxn modelId="{1F62E793-DBC9-43C6-B0D6-DF1199B7EA18}" type="presParOf" srcId="{3D43BF27-294D-4319-8D17-FBBC12E58718}" destId="{AE698355-BA47-4EE3-A5A0-ED3BB6CBF869}" srcOrd="0" destOrd="0" presId="urn:microsoft.com/office/officeart/2005/8/layout/hierarchy2"/>
    <dgm:cxn modelId="{7CF1B02D-4B31-4D07-81D8-5835CA4E7E04}" type="presParOf" srcId="{C3EF164E-F4BA-4553-BDEB-E9244BA9D14D}" destId="{F69D877A-595D-4A15-BC75-23C96672DA58}" srcOrd="1" destOrd="0" presId="urn:microsoft.com/office/officeart/2005/8/layout/hierarchy2"/>
    <dgm:cxn modelId="{064CED69-6B93-4B68-9C87-22A17E8311D8}" type="presParOf" srcId="{F69D877A-595D-4A15-BC75-23C96672DA58}" destId="{0DB0CFA6-BDD9-4B52-BC79-A04AE3B8886B}" srcOrd="0" destOrd="0" presId="urn:microsoft.com/office/officeart/2005/8/layout/hierarchy2"/>
    <dgm:cxn modelId="{AEF70208-EDE1-4515-8CF1-BF2126823BFE}" type="presParOf" srcId="{F69D877A-595D-4A15-BC75-23C96672DA58}" destId="{78FDDA5B-7AC6-45B2-8656-E9DFCEBAE41B}" srcOrd="1" destOrd="0" presId="urn:microsoft.com/office/officeart/2005/8/layout/hierarchy2"/>
    <dgm:cxn modelId="{80E6CABD-B495-40E8-A4AF-7F1813DA9628}" type="presParOf" srcId="{78FDDA5B-7AC6-45B2-8656-E9DFCEBAE41B}" destId="{8C48D960-7A2E-4D25-A9F7-5A2CA5FD6797}" srcOrd="0" destOrd="0" presId="urn:microsoft.com/office/officeart/2005/8/layout/hierarchy2"/>
    <dgm:cxn modelId="{A445C525-6B42-4CB7-AD9F-E2CB6FC8F3A0}" type="presParOf" srcId="{8C48D960-7A2E-4D25-A9F7-5A2CA5FD6797}" destId="{0E15E3B4-8CE2-413B-85F0-1A5CE31F4C2E}" srcOrd="0" destOrd="0" presId="urn:microsoft.com/office/officeart/2005/8/layout/hierarchy2"/>
    <dgm:cxn modelId="{F4D7D0B7-9E01-4F9E-B511-F3F14D97A124}" type="presParOf" srcId="{78FDDA5B-7AC6-45B2-8656-E9DFCEBAE41B}" destId="{579882C6-43CC-452F-92D6-A3E770A2437F}" srcOrd="1" destOrd="0" presId="urn:microsoft.com/office/officeart/2005/8/layout/hierarchy2"/>
    <dgm:cxn modelId="{89E52F9B-02A5-4EA2-8B72-67E03D1CB6D6}" type="presParOf" srcId="{579882C6-43CC-452F-92D6-A3E770A2437F}" destId="{2CE2199D-9EF4-4951-A106-4A41A3D92672}" srcOrd="0" destOrd="0" presId="urn:microsoft.com/office/officeart/2005/8/layout/hierarchy2"/>
    <dgm:cxn modelId="{D6E98BB6-54B1-4AC1-BFDA-F06F4B069652}" type="presParOf" srcId="{579882C6-43CC-452F-92D6-A3E770A2437F}" destId="{44313BA9-F451-46C6-BED0-2F421208DAA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F4A5A-ACB4-4402-B52F-54D07BEB40AB}">
      <dsp:nvSpPr>
        <dsp:cNvPr id="0" name=""/>
        <dsp:cNvSpPr/>
      </dsp:nvSpPr>
      <dsp:spPr>
        <a:xfrm>
          <a:off x="2908505" y="1965642"/>
          <a:ext cx="6369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699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10314" y="2008024"/>
        <a:ext cx="33379" cy="6675"/>
      </dsp:txXfrm>
    </dsp:sp>
    <dsp:sp modelId="{1123A4EE-05B6-4894-B20B-E0210F5D961F}">
      <dsp:nvSpPr>
        <dsp:cNvPr id="0" name=""/>
        <dsp:cNvSpPr/>
      </dsp:nvSpPr>
      <dsp:spPr>
        <a:xfrm>
          <a:off x="7710" y="1140584"/>
          <a:ext cx="2902594" cy="174155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Create a Directory</a:t>
          </a:r>
          <a:endParaRPr lang="en-US" sz="3300" kern="1200" dirty="0"/>
        </a:p>
      </dsp:txBody>
      <dsp:txXfrm>
        <a:off x="7710" y="1140584"/>
        <a:ext cx="2902594" cy="1741556"/>
      </dsp:txXfrm>
    </dsp:sp>
    <dsp:sp modelId="{FF6FF647-BCBC-4E90-A120-F334C72CADA8}">
      <dsp:nvSpPr>
        <dsp:cNvPr id="0" name=""/>
        <dsp:cNvSpPr/>
      </dsp:nvSpPr>
      <dsp:spPr>
        <a:xfrm>
          <a:off x="6478697" y="1965642"/>
          <a:ext cx="6369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699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6780505" y="2008024"/>
        <a:ext cx="33379" cy="6675"/>
      </dsp:txXfrm>
    </dsp:sp>
    <dsp:sp modelId="{4A774A5D-478F-4312-BF06-81FF80196697}">
      <dsp:nvSpPr>
        <dsp:cNvPr id="0" name=""/>
        <dsp:cNvSpPr/>
      </dsp:nvSpPr>
      <dsp:spPr>
        <a:xfrm>
          <a:off x="3577902" y="1140584"/>
          <a:ext cx="2902594" cy="174155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Change to that Directory</a:t>
          </a:r>
          <a:endParaRPr lang="en-US" sz="3300" kern="1200" dirty="0"/>
        </a:p>
      </dsp:txBody>
      <dsp:txXfrm>
        <a:off x="3577902" y="1140584"/>
        <a:ext cx="2902594" cy="1741556"/>
      </dsp:txXfrm>
    </dsp:sp>
    <dsp:sp modelId="{5A41E679-6D83-482E-8E48-A864725D5F3E}">
      <dsp:nvSpPr>
        <dsp:cNvPr id="0" name=""/>
        <dsp:cNvSpPr/>
      </dsp:nvSpPr>
      <dsp:spPr>
        <a:xfrm>
          <a:off x="7148094" y="1140584"/>
          <a:ext cx="2902594" cy="174155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err="1" smtClean="0"/>
            <a:t>git</a:t>
          </a:r>
          <a:r>
            <a:rPr lang="en-US" sz="3300" kern="1200" dirty="0" smtClean="0"/>
            <a:t> </a:t>
          </a:r>
          <a:r>
            <a:rPr lang="en-US" sz="3300" kern="1200" dirty="0" err="1" smtClean="0"/>
            <a:t>init</a:t>
          </a:r>
          <a:endParaRPr lang="en-US" sz="3300" kern="1200" dirty="0"/>
        </a:p>
      </dsp:txBody>
      <dsp:txXfrm>
        <a:off x="7148094" y="1140584"/>
        <a:ext cx="2902594" cy="1741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5EC14-0F59-4002-84D4-9A51B298F6BA}">
      <dsp:nvSpPr>
        <dsp:cNvPr id="0" name=""/>
        <dsp:cNvSpPr/>
      </dsp:nvSpPr>
      <dsp:spPr>
        <a:xfrm>
          <a:off x="3049254" y="-247527"/>
          <a:ext cx="3959890" cy="3959890"/>
        </a:xfrm>
        <a:prstGeom prst="circularArrow">
          <a:avLst>
            <a:gd name="adj1" fmla="val 5689"/>
            <a:gd name="adj2" fmla="val 340510"/>
            <a:gd name="adj3" fmla="val 12320818"/>
            <a:gd name="adj4" fmla="val 18342390"/>
            <a:gd name="adj5" fmla="val 5908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52CC2B6-E1A7-41B2-BED3-EC118904C862}">
      <dsp:nvSpPr>
        <dsp:cNvPr id="0" name=""/>
        <dsp:cNvSpPr/>
      </dsp:nvSpPr>
      <dsp:spPr>
        <a:xfrm>
          <a:off x="3607370" y="702"/>
          <a:ext cx="2843658" cy="142182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Write Code</a:t>
          </a:r>
          <a:endParaRPr lang="en-US" sz="4000" kern="1200" dirty="0"/>
        </a:p>
      </dsp:txBody>
      <dsp:txXfrm>
        <a:off x="3676778" y="70110"/>
        <a:ext cx="2704842" cy="1283013"/>
      </dsp:txXfrm>
    </dsp:sp>
    <dsp:sp modelId="{8E750133-B72E-4D9A-AEFC-DEA8034DBBAA}">
      <dsp:nvSpPr>
        <dsp:cNvPr id="0" name=""/>
        <dsp:cNvSpPr/>
      </dsp:nvSpPr>
      <dsp:spPr>
        <a:xfrm>
          <a:off x="5108187" y="2600193"/>
          <a:ext cx="2843658" cy="142182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Add Files</a:t>
          </a:r>
          <a:endParaRPr lang="en-US" sz="4000" kern="1200" dirty="0"/>
        </a:p>
      </dsp:txBody>
      <dsp:txXfrm>
        <a:off x="5177595" y="2669601"/>
        <a:ext cx="2704842" cy="1283013"/>
      </dsp:txXfrm>
    </dsp:sp>
    <dsp:sp modelId="{532CB897-987C-458D-AFD5-0455E375271C}">
      <dsp:nvSpPr>
        <dsp:cNvPr id="0" name=""/>
        <dsp:cNvSpPr/>
      </dsp:nvSpPr>
      <dsp:spPr>
        <a:xfrm>
          <a:off x="2106553" y="2600193"/>
          <a:ext cx="2843658" cy="142182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Commit</a:t>
          </a:r>
          <a:endParaRPr lang="en-US" sz="4000" kern="1200" dirty="0"/>
        </a:p>
      </dsp:txBody>
      <dsp:txXfrm>
        <a:off x="2175961" y="2669601"/>
        <a:ext cx="2704842" cy="12830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5EC14-0F59-4002-84D4-9A51B298F6BA}">
      <dsp:nvSpPr>
        <dsp:cNvPr id="0" name=""/>
        <dsp:cNvSpPr/>
      </dsp:nvSpPr>
      <dsp:spPr>
        <a:xfrm>
          <a:off x="3049254" y="-247527"/>
          <a:ext cx="3959890" cy="3959890"/>
        </a:xfrm>
        <a:prstGeom prst="circularArrow">
          <a:avLst>
            <a:gd name="adj1" fmla="val 5689"/>
            <a:gd name="adj2" fmla="val 340510"/>
            <a:gd name="adj3" fmla="val 12320818"/>
            <a:gd name="adj4" fmla="val 18342390"/>
            <a:gd name="adj5" fmla="val 5908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52CC2B6-E1A7-41B2-BED3-EC118904C862}">
      <dsp:nvSpPr>
        <dsp:cNvPr id="0" name=""/>
        <dsp:cNvSpPr/>
      </dsp:nvSpPr>
      <dsp:spPr>
        <a:xfrm>
          <a:off x="3607370" y="702"/>
          <a:ext cx="2843658" cy="142182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Write Code</a:t>
          </a:r>
          <a:endParaRPr lang="en-US" sz="3600" kern="1200" dirty="0"/>
        </a:p>
      </dsp:txBody>
      <dsp:txXfrm>
        <a:off x="3676778" y="70110"/>
        <a:ext cx="2704842" cy="1283013"/>
      </dsp:txXfrm>
    </dsp:sp>
    <dsp:sp modelId="{8E750133-B72E-4D9A-AEFC-DEA8034DBBAA}">
      <dsp:nvSpPr>
        <dsp:cNvPr id="0" name=""/>
        <dsp:cNvSpPr/>
      </dsp:nvSpPr>
      <dsp:spPr>
        <a:xfrm>
          <a:off x="5108187" y="2600193"/>
          <a:ext cx="2843658" cy="142182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git</a:t>
          </a:r>
          <a:r>
            <a:rPr lang="en-US" sz="3600" kern="1200" dirty="0" smtClean="0"/>
            <a:t> add .</a:t>
          </a:r>
          <a:endParaRPr lang="en-US" sz="3600" kern="1200" dirty="0"/>
        </a:p>
      </dsp:txBody>
      <dsp:txXfrm>
        <a:off x="5177595" y="2669601"/>
        <a:ext cx="2704842" cy="1283013"/>
      </dsp:txXfrm>
    </dsp:sp>
    <dsp:sp modelId="{532CB897-987C-458D-AFD5-0455E375271C}">
      <dsp:nvSpPr>
        <dsp:cNvPr id="0" name=""/>
        <dsp:cNvSpPr/>
      </dsp:nvSpPr>
      <dsp:spPr>
        <a:xfrm>
          <a:off x="2106553" y="2600193"/>
          <a:ext cx="2843658" cy="142182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git</a:t>
          </a:r>
          <a:r>
            <a:rPr lang="en-US" sz="3600" kern="1200" dirty="0" smtClean="0"/>
            <a:t> commit </a:t>
          </a:r>
          <a:br>
            <a:rPr lang="en-US" sz="3600" kern="1200" dirty="0" smtClean="0"/>
          </a:br>
          <a:r>
            <a:rPr lang="en-US" sz="3600" kern="1200" dirty="0" smtClean="0"/>
            <a:t>-am “&lt;</a:t>
          </a:r>
          <a:r>
            <a:rPr lang="en-US" sz="3600" kern="1200" dirty="0" err="1" smtClean="0"/>
            <a:t>msg</a:t>
          </a:r>
          <a:r>
            <a:rPr lang="en-US" sz="3600" kern="1200" dirty="0" smtClean="0"/>
            <a:t>&gt;”</a:t>
          </a:r>
          <a:endParaRPr lang="en-US" sz="3600" kern="1200" dirty="0"/>
        </a:p>
      </dsp:txBody>
      <dsp:txXfrm>
        <a:off x="2175961" y="2669601"/>
        <a:ext cx="2704842" cy="12830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D34F9-123E-4C12-846E-19AFEC648FBD}">
      <dsp:nvSpPr>
        <dsp:cNvPr id="0" name=""/>
        <dsp:cNvSpPr/>
      </dsp:nvSpPr>
      <dsp:spPr>
        <a:xfrm>
          <a:off x="3143" y="223104"/>
          <a:ext cx="3064668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Working Directory</a:t>
          </a:r>
          <a:endParaRPr lang="en-US" sz="2500" kern="1200" dirty="0"/>
        </a:p>
      </dsp:txBody>
      <dsp:txXfrm>
        <a:off x="3143" y="223104"/>
        <a:ext cx="3064668" cy="720000"/>
      </dsp:txXfrm>
    </dsp:sp>
    <dsp:sp modelId="{3E9E07FA-685D-44C5-A093-D959270CDDDD}">
      <dsp:nvSpPr>
        <dsp:cNvPr id="0" name=""/>
        <dsp:cNvSpPr/>
      </dsp:nvSpPr>
      <dsp:spPr>
        <a:xfrm>
          <a:off x="3143" y="943104"/>
          <a:ext cx="3064668" cy="2856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Holds Your Files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Can be freely edited, no locks!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“</a:t>
          </a:r>
          <a:r>
            <a:rPr lang="en-US" sz="2500" kern="1200" dirty="0" err="1" smtClean="0"/>
            <a:t>git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init</a:t>
          </a:r>
          <a:r>
            <a:rPr lang="en-US" sz="2500" kern="1200" dirty="0" smtClean="0"/>
            <a:t>” turns any directory into a new repository</a:t>
          </a:r>
          <a:endParaRPr lang="en-US" sz="2500" kern="1200" dirty="0"/>
        </a:p>
      </dsp:txBody>
      <dsp:txXfrm>
        <a:off x="3143" y="943104"/>
        <a:ext cx="3064668" cy="2856515"/>
      </dsp:txXfrm>
    </dsp:sp>
    <dsp:sp modelId="{C22FEDB9-95ED-45E5-987A-918B5EACA92D}">
      <dsp:nvSpPr>
        <dsp:cNvPr id="0" name=""/>
        <dsp:cNvSpPr/>
      </dsp:nvSpPr>
      <dsp:spPr>
        <a:xfrm>
          <a:off x="3496865" y="223104"/>
          <a:ext cx="3064668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Index</a:t>
          </a:r>
          <a:endParaRPr lang="en-US" sz="2500" kern="1200" dirty="0"/>
        </a:p>
      </dsp:txBody>
      <dsp:txXfrm>
        <a:off x="3496865" y="223104"/>
        <a:ext cx="3064668" cy="720000"/>
      </dsp:txXfrm>
    </dsp:sp>
    <dsp:sp modelId="{887E1D47-EA7C-4DBD-AAE6-7A4E7D56A33D}">
      <dsp:nvSpPr>
        <dsp:cNvPr id="0" name=""/>
        <dsp:cNvSpPr/>
      </dsp:nvSpPr>
      <dsp:spPr>
        <a:xfrm>
          <a:off x="3496865" y="943104"/>
          <a:ext cx="3064668" cy="2856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Contains files to be included in the next commit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“</a:t>
          </a:r>
          <a:r>
            <a:rPr lang="en-US" sz="2500" kern="1200" dirty="0" err="1" smtClean="0"/>
            <a:t>git</a:t>
          </a:r>
          <a:r>
            <a:rPr lang="en-US" sz="2500" kern="1200" dirty="0" smtClean="0"/>
            <a:t> add” puts files in the index</a:t>
          </a:r>
          <a:endParaRPr lang="en-US" sz="2500" kern="1200" dirty="0"/>
        </a:p>
      </dsp:txBody>
      <dsp:txXfrm>
        <a:off x="3496865" y="943104"/>
        <a:ext cx="3064668" cy="2856515"/>
      </dsp:txXfrm>
    </dsp:sp>
    <dsp:sp modelId="{EDA5A033-B7BA-428F-ABC3-01BCAA43165C}">
      <dsp:nvSpPr>
        <dsp:cNvPr id="0" name=""/>
        <dsp:cNvSpPr/>
      </dsp:nvSpPr>
      <dsp:spPr>
        <a:xfrm>
          <a:off x="6990588" y="223104"/>
          <a:ext cx="3064668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Local Repository</a:t>
          </a:r>
          <a:endParaRPr lang="en-US" sz="2500" kern="1200" dirty="0"/>
        </a:p>
      </dsp:txBody>
      <dsp:txXfrm>
        <a:off x="6990588" y="223104"/>
        <a:ext cx="3064668" cy="720000"/>
      </dsp:txXfrm>
    </dsp:sp>
    <dsp:sp modelId="{972278DA-F6F2-45B6-B095-16915583DEF6}">
      <dsp:nvSpPr>
        <dsp:cNvPr id="0" name=""/>
        <dsp:cNvSpPr/>
      </dsp:nvSpPr>
      <dsp:spPr>
        <a:xfrm>
          <a:off x="6990588" y="943104"/>
          <a:ext cx="3064668" cy="2856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Your history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The most recent commit is called </a:t>
          </a:r>
          <a:r>
            <a:rPr lang="en-US" sz="2500" b="1" kern="1200" dirty="0" smtClean="0"/>
            <a:t>HEAD</a:t>
          </a:r>
          <a:endParaRPr lang="en-US" sz="2500" b="1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b="0" kern="1200" dirty="0" smtClean="0"/>
            <a:t>“</a:t>
          </a:r>
          <a:r>
            <a:rPr lang="en-US" sz="2500" b="0" kern="1200" dirty="0" err="1" smtClean="0"/>
            <a:t>git</a:t>
          </a:r>
          <a:r>
            <a:rPr lang="en-US" sz="2500" b="0" kern="1200" dirty="0" smtClean="0"/>
            <a:t> commit” creates a commit, which is then </a:t>
          </a:r>
          <a:r>
            <a:rPr lang="en-US" sz="2500" b="1" kern="1200" dirty="0" smtClean="0"/>
            <a:t>HEAD</a:t>
          </a:r>
          <a:endParaRPr lang="en-US" sz="2500" b="1" kern="1200" dirty="0"/>
        </a:p>
      </dsp:txBody>
      <dsp:txXfrm>
        <a:off x="6990588" y="943104"/>
        <a:ext cx="3064668" cy="28565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5EC14-0F59-4002-84D4-9A51B298F6BA}">
      <dsp:nvSpPr>
        <dsp:cNvPr id="0" name=""/>
        <dsp:cNvSpPr/>
      </dsp:nvSpPr>
      <dsp:spPr>
        <a:xfrm>
          <a:off x="3117616" y="-103586"/>
          <a:ext cx="3823167" cy="3823167"/>
        </a:xfrm>
        <a:prstGeom prst="circularArrow">
          <a:avLst>
            <a:gd name="adj1" fmla="val 4668"/>
            <a:gd name="adj2" fmla="val 272909"/>
            <a:gd name="adj3" fmla="val 12826060"/>
            <a:gd name="adj4" fmla="val 18034513"/>
            <a:gd name="adj5" fmla="val 4847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52CC2B6-E1A7-41B2-BED3-EC118904C862}">
      <dsp:nvSpPr>
        <dsp:cNvPr id="0" name=""/>
        <dsp:cNvSpPr/>
      </dsp:nvSpPr>
      <dsp:spPr>
        <a:xfrm>
          <a:off x="3754710" y="1346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Create a feature branch</a:t>
          </a:r>
          <a:endParaRPr lang="en-US" sz="2700" kern="1200" dirty="0"/>
        </a:p>
      </dsp:txBody>
      <dsp:txXfrm>
        <a:off x="3816925" y="63561"/>
        <a:ext cx="2424549" cy="1150059"/>
      </dsp:txXfrm>
    </dsp:sp>
    <dsp:sp modelId="{8E750133-B72E-4D9A-AEFC-DEA8034DBBAA}">
      <dsp:nvSpPr>
        <dsp:cNvPr id="0" name=""/>
        <dsp:cNvSpPr/>
      </dsp:nvSpPr>
      <dsp:spPr>
        <a:xfrm>
          <a:off x="5127481" y="1374117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Loop the Write Code Workflow</a:t>
          </a:r>
          <a:endParaRPr lang="en-US" sz="2700" kern="1200" dirty="0"/>
        </a:p>
      </dsp:txBody>
      <dsp:txXfrm>
        <a:off x="5189696" y="1436332"/>
        <a:ext cx="2424549" cy="1150059"/>
      </dsp:txXfrm>
    </dsp:sp>
    <dsp:sp modelId="{532CB897-987C-458D-AFD5-0455E375271C}">
      <dsp:nvSpPr>
        <dsp:cNvPr id="0" name=""/>
        <dsp:cNvSpPr/>
      </dsp:nvSpPr>
      <dsp:spPr>
        <a:xfrm>
          <a:off x="3754710" y="2746888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Change back to </a:t>
          </a:r>
          <a:r>
            <a:rPr lang="en-US" sz="2700" b="1" kern="1200" dirty="0" smtClean="0"/>
            <a:t>working</a:t>
          </a:r>
          <a:endParaRPr lang="en-US" sz="2700" b="1" kern="1200" dirty="0"/>
        </a:p>
      </dsp:txBody>
      <dsp:txXfrm>
        <a:off x="3816925" y="2809103"/>
        <a:ext cx="2424549" cy="1150059"/>
      </dsp:txXfrm>
    </dsp:sp>
    <dsp:sp modelId="{B77E8B4F-8482-4471-BA7C-EC691CCDCEAF}">
      <dsp:nvSpPr>
        <dsp:cNvPr id="0" name=""/>
        <dsp:cNvSpPr/>
      </dsp:nvSpPr>
      <dsp:spPr>
        <a:xfrm>
          <a:off x="2381939" y="1374117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0" kern="1200" dirty="0" smtClean="0"/>
            <a:t>Merge in your changes</a:t>
          </a:r>
          <a:endParaRPr lang="en-US" sz="2700" b="0" kern="1200" dirty="0"/>
        </a:p>
      </dsp:txBody>
      <dsp:txXfrm>
        <a:off x="2444154" y="1436332"/>
        <a:ext cx="2424549" cy="11500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5EC14-0F59-4002-84D4-9A51B298F6BA}">
      <dsp:nvSpPr>
        <dsp:cNvPr id="0" name=""/>
        <dsp:cNvSpPr/>
      </dsp:nvSpPr>
      <dsp:spPr>
        <a:xfrm>
          <a:off x="3117616" y="-103586"/>
          <a:ext cx="3823167" cy="3823167"/>
        </a:xfrm>
        <a:prstGeom prst="circularArrow">
          <a:avLst>
            <a:gd name="adj1" fmla="val 4668"/>
            <a:gd name="adj2" fmla="val 272909"/>
            <a:gd name="adj3" fmla="val 12826060"/>
            <a:gd name="adj4" fmla="val 18034513"/>
            <a:gd name="adj5" fmla="val 4847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52CC2B6-E1A7-41B2-BED3-EC118904C862}">
      <dsp:nvSpPr>
        <dsp:cNvPr id="0" name=""/>
        <dsp:cNvSpPr/>
      </dsp:nvSpPr>
      <dsp:spPr>
        <a:xfrm>
          <a:off x="3754710" y="1346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/>
            <a:t>git</a:t>
          </a:r>
          <a:r>
            <a:rPr lang="en-US" sz="2700" kern="1200" dirty="0" smtClean="0"/>
            <a:t> checkout -b &lt;feature&gt;</a:t>
          </a:r>
          <a:endParaRPr lang="en-US" sz="2700" kern="1200" dirty="0"/>
        </a:p>
      </dsp:txBody>
      <dsp:txXfrm>
        <a:off x="3816925" y="63561"/>
        <a:ext cx="2424549" cy="1150059"/>
      </dsp:txXfrm>
    </dsp:sp>
    <dsp:sp modelId="{8E750133-B72E-4D9A-AEFC-DEA8034DBBAA}">
      <dsp:nvSpPr>
        <dsp:cNvPr id="0" name=""/>
        <dsp:cNvSpPr/>
      </dsp:nvSpPr>
      <dsp:spPr>
        <a:xfrm>
          <a:off x="5127481" y="1374117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Loop the Write Code Workflow</a:t>
          </a:r>
          <a:endParaRPr lang="en-US" sz="2700" kern="1200" dirty="0"/>
        </a:p>
      </dsp:txBody>
      <dsp:txXfrm>
        <a:off x="5189696" y="1436332"/>
        <a:ext cx="2424549" cy="1150059"/>
      </dsp:txXfrm>
    </dsp:sp>
    <dsp:sp modelId="{532CB897-987C-458D-AFD5-0455E375271C}">
      <dsp:nvSpPr>
        <dsp:cNvPr id="0" name=""/>
        <dsp:cNvSpPr/>
      </dsp:nvSpPr>
      <dsp:spPr>
        <a:xfrm>
          <a:off x="3754710" y="2746888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/>
            <a:t>git</a:t>
          </a:r>
          <a:r>
            <a:rPr lang="en-US" sz="2700" kern="1200" dirty="0" smtClean="0"/>
            <a:t> checkout working</a:t>
          </a:r>
          <a:endParaRPr lang="en-US" sz="2700" b="1" kern="1200" dirty="0"/>
        </a:p>
      </dsp:txBody>
      <dsp:txXfrm>
        <a:off x="3816925" y="2809103"/>
        <a:ext cx="2424549" cy="1150059"/>
      </dsp:txXfrm>
    </dsp:sp>
    <dsp:sp modelId="{B77E8B4F-8482-4471-BA7C-EC691CCDCEAF}">
      <dsp:nvSpPr>
        <dsp:cNvPr id="0" name=""/>
        <dsp:cNvSpPr/>
      </dsp:nvSpPr>
      <dsp:spPr>
        <a:xfrm>
          <a:off x="2381939" y="1374117"/>
          <a:ext cx="2548979" cy="12744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0" kern="1200" dirty="0" err="1" smtClean="0"/>
            <a:t>git</a:t>
          </a:r>
          <a:r>
            <a:rPr lang="en-US" sz="2700" b="0" kern="1200" dirty="0" smtClean="0"/>
            <a:t> merge &lt;feature&gt;</a:t>
          </a:r>
          <a:endParaRPr lang="en-US" sz="2700" b="0" kern="1200" dirty="0"/>
        </a:p>
      </dsp:txBody>
      <dsp:txXfrm>
        <a:off x="2444154" y="1436332"/>
        <a:ext cx="2424549" cy="11500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52D4D-19DF-4177-9837-A56F1509189D}" type="datetimeFigureOut">
              <a:rPr lang="en-US" smtClean="0"/>
              <a:t>12/5/13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7B8-C624-4040-90CB-8B243666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0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installs POSH</a:t>
            </a:r>
            <a:r>
              <a:rPr lang="en-US" baseline="0" dirty="0" smtClean="0"/>
              <a:t> GIT, the PowerShell add-on for GIT.  Because it requires GIT, it also installs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187B8-C624-4040-90CB-8B24366652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80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187B8-C624-4040-90CB-8B24366652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91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brings in my default set of aliases, and adds them to the global</a:t>
            </a:r>
            <a:r>
              <a:rPr lang="en-US" baseline="0" dirty="0" smtClean="0"/>
              <a:t>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187B8-C624-4040-90CB-8B24366652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58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brings in my default set of aliases, and adds them to the global</a:t>
            </a:r>
            <a:r>
              <a:rPr lang="en-US" baseline="0" dirty="0" smtClean="0"/>
              <a:t>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187B8-C624-4040-90CB-8B24366652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87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brings in my default set of aliases, and adds them to the global</a:t>
            </a:r>
            <a:r>
              <a:rPr lang="en-US" baseline="0" dirty="0" smtClean="0"/>
              <a:t>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187B8-C624-4040-90CB-8B24366652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7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627" y="108128"/>
            <a:ext cx="2773686" cy="11582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627" y="108128"/>
            <a:ext cx="2773686" cy="11582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627" y="108128"/>
            <a:ext cx="2773686" cy="11582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627" y="108128"/>
            <a:ext cx="2773686" cy="11582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627" y="108128"/>
            <a:ext cx="2773686" cy="11582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12/5/13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ode.google.com/p/git-osx-installer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kdbaker/configs/blob/master/.gitconfi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microsoft.com/office/2007/relationships/diagramDrawing" Target="../diagrams/drawing8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microsoft.com/office/2007/relationships/diagramDrawing" Target="../diagrams/drawing9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4" Type="http://schemas.openxmlformats.org/officeDocument/2006/relationships/diagramQuickStyle" Target="../diagrams/quickStyle10.xml"/><Relationship Id="rId5" Type="http://schemas.openxmlformats.org/officeDocument/2006/relationships/diagramColors" Target="../diagrams/colors10.xml"/><Relationship Id="rId6" Type="http://schemas.microsoft.com/office/2007/relationships/diagramDrawing" Target="../diagrams/drawing10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ndpsoftware.com/git-cheatsheet.html" TargetMode="External"/><Relationship Id="rId3" Type="http://schemas.openxmlformats.org/officeDocument/2006/relationships/hyperlink" Target="http://rogerdudler.github.io/git-gui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 Workshop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Source Control for Everyone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46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600" b="1" dirty="0" smtClean="0"/>
              <a:t>GIT On Your 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Starting Locally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The Basics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Branching</a:t>
            </a:r>
            <a:r>
              <a:rPr lang="en-US" sz="3600" dirty="0"/>
              <a:t> </a:t>
            </a:r>
            <a:r>
              <a:rPr lang="en-US" sz="3600" dirty="0" smtClean="0"/>
              <a:t>&amp; Merging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Wait, Go Back!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3600" b="1" dirty="0" smtClean="0"/>
              <a:t>To Infinity And Beyond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Starting from a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Sending To A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smtClean="0"/>
              <a:t>Branches Elsewhere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3966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Starting Locally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On Your Box</a:t>
            </a:r>
          </a:p>
        </p:txBody>
      </p:sp>
    </p:spTree>
    <p:extLst>
      <p:ext uri="{BB962C8B-B14F-4D97-AF65-F5344CB8AC3E}">
        <p14:creationId xmlns:p14="http://schemas.microsoft.com/office/powerpoint/2010/main" val="153817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GIT and more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The easiest is to use the graphical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installer, which you can download from the Google Code 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page</a:t>
            </a:r>
          </a:p>
          <a:p>
            <a:pPr algn="ctr"/>
            <a:r>
              <a:rPr lang="en-US" sz="3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http://</a:t>
            </a:r>
            <a:r>
              <a:rPr lang="en-US" sz="32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code.google.com</a:t>
            </a:r>
            <a:r>
              <a:rPr lang="en-US" sz="3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/p/</a:t>
            </a:r>
            <a:r>
              <a:rPr lang="en-US" sz="32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git</a:t>
            </a:r>
            <a:r>
              <a:rPr lang="en-US" sz="3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-</a:t>
            </a:r>
            <a:r>
              <a:rPr lang="en-US" sz="32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osx</a:t>
            </a:r>
            <a:r>
              <a:rPr lang="en-US" sz="3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-installer</a:t>
            </a:r>
            <a:endParaRPr lang="en-US" sz="3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96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Tell GIT who you are…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config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--global user.name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config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--global </a:t>
            </a:r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user.email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&lt;email&gt;</a:t>
            </a:r>
          </a:p>
        </p:txBody>
      </p:sp>
    </p:spTree>
    <p:extLst>
      <p:ext uri="{BB962C8B-B14F-4D97-AF65-F5344CB8AC3E}">
        <p14:creationId xmlns:p14="http://schemas.microsoft.com/office/powerpoint/2010/main" val="82865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other things we’ll need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https://github.com/kdbaker/configs/blob/master/.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gitconfig</a:t>
            </a:r>
            <a:endParaRPr lang="en-US" sz="360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360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secret shortcuts of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Tim, Dave and Kevin</a:t>
            </a:r>
            <a:endParaRPr lang="en-US" sz="3600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078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Basics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On Your Box</a:t>
            </a:r>
          </a:p>
        </p:txBody>
      </p:sp>
    </p:spTree>
    <p:extLst>
      <p:ext uri="{BB962C8B-B14F-4D97-AF65-F5344CB8AC3E}">
        <p14:creationId xmlns:p14="http://schemas.microsoft.com/office/powerpoint/2010/main" val="272244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things up…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84853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110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local repository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c:\source\deleteme</a:t>
            </a:r>
          </a:p>
          <a:p>
            <a:pPr algn="ctr"/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cd c:\source\deleteme</a:t>
            </a:r>
          </a:p>
          <a:p>
            <a:pPr algn="ctr"/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018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Code Workflow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48810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1450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Code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Assuming you’ve written code already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From the root of your repository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add .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commit -am 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&lt;commit message&gt;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230199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Code Workflow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30552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1365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57743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537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Extras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Check the state of your directory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status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Check your commit history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log --</a:t>
            </a:r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oneline</a:t>
            </a:r>
            <a:endParaRPr lang="en-US" sz="3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45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Branching &amp; Merging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GIT on Your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29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Branches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Your first branch is always master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Creating another branch is easy</a:t>
            </a:r>
            <a:endParaRPr lang="en-US" sz="3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checkout -b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  <a:endParaRPr lang="en-US" sz="3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 change branches</a:t>
            </a:r>
            <a:endParaRPr lang="en-US" sz="3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checkout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  <a:endParaRPr lang="en-US" sz="3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86508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Branches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To merge one branch to another</a:t>
            </a:r>
            <a:endParaRPr lang="en-US" sz="3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merge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  <a:endParaRPr lang="en-US" sz="3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500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Pay Attention!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algn="ctr"/>
            <a:r>
              <a:rPr lang="en-US" sz="4800" b="1" dirty="0" smtClean="0"/>
              <a:t>GIT branches are all in </a:t>
            </a:r>
          </a:p>
          <a:p>
            <a:pPr algn="ctr"/>
            <a:r>
              <a:rPr lang="en-US" sz="4800" b="1" dirty="0" smtClean="0"/>
              <a:t>the same directory.</a:t>
            </a:r>
          </a:p>
          <a:p>
            <a:pPr algn="ctr"/>
            <a:r>
              <a:rPr lang="en-US" sz="4800" dirty="0" smtClean="0"/>
              <a:t>When you change branch,</a:t>
            </a:r>
          </a:p>
          <a:p>
            <a:pPr algn="ctr"/>
            <a:r>
              <a:rPr lang="en-US" sz="4800" dirty="0" smtClean="0"/>
              <a:t>the files are changed to</a:t>
            </a:r>
          </a:p>
          <a:p>
            <a:pPr algn="ctr"/>
            <a:r>
              <a:rPr lang="en-US" sz="4800" dirty="0" smtClean="0"/>
              <a:t>match that branch.</a:t>
            </a:r>
            <a:endParaRPr lang="en-US" sz="4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397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4141668"/>
            <a:ext cx="1906628" cy="17274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397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49052" y="4141668"/>
            <a:ext cx="1906628" cy="17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87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per Feature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800" dirty="0" smtClean="0"/>
              <a:t>Branches are cheap and easy</a:t>
            </a:r>
          </a:p>
          <a:p>
            <a:pPr algn="ctr"/>
            <a:r>
              <a:rPr lang="en-US" sz="4800" dirty="0" smtClean="0"/>
              <a:t>So create &amp; destroy them often</a:t>
            </a:r>
          </a:p>
          <a:p>
            <a:pPr algn="ctr"/>
            <a:r>
              <a:rPr lang="en-US" sz="4800" dirty="0" smtClean="0"/>
              <a:t>Don’t use </a:t>
            </a:r>
            <a:r>
              <a:rPr lang="en-US" sz="4800" b="1" dirty="0" smtClean="0"/>
              <a:t>master</a:t>
            </a:r>
            <a:r>
              <a:rPr lang="en-US" sz="4800" dirty="0" smtClean="0"/>
              <a:t>, branch to </a:t>
            </a:r>
            <a:r>
              <a:rPr lang="en-US" sz="4800" b="1" dirty="0" smtClean="0"/>
              <a:t>working</a:t>
            </a:r>
          </a:p>
          <a:p>
            <a:pPr algn="ctr"/>
            <a:r>
              <a:rPr lang="en-US" sz="4800" b="1" dirty="0" smtClean="0"/>
              <a:t>(I’ll explain why later)</a:t>
            </a:r>
          </a:p>
        </p:txBody>
      </p:sp>
    </p:spTree>
    <p:extLst>
      <p:ext uri="{BB962C8B-B14F-4D97-AF65-F5344CB8AC3E}">
        <p14:creationId xmlns:p14="http://schemas.microsoft.com/office/powerpoint/2010/main" val="2656857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per Feature Workflow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18551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5369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per Feature Workflow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39920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879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Extras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List all your branches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branch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View log across all branches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lga</a:t>
            </a:r>
            <a:endParaRPr lang="en-US" sz="3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That is an alias, but an awesome one</a:t>
            </a:r>
            <a:endParaRPr lang="en-US" sz="3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86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Extras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Delete a branch you don’t need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branch -D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</a:p>
        </p:txBody>
      </p:sp>
    </p:spTree>
    <p:extLst>
      <p:ext uri="{BB962C8B-B14F-4D97-AF65-F5344CB8AC3E}">
        <p14:creationId xmlns:p14="http://schemas.microsoft.com/office/powerpoint/2010/main" val="103048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Wait! Go back!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GIT on your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5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47314" cy="63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76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Remember Your Extras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Check the state of your working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directory and index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status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View log across all branches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lga</a:t>
            </a:r>
            <a:endParaRPr lang="en-US" sz="3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415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Committed the wrong thing?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To roll back a commit,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and keep your changes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reset HEAD~1</a:t>
            </a:r>
          </a:p>
        </p:txBody>
      </p:sp>
    </p:spTree>
    <p:extLst>
      <p:ext uri="{BB962C8B-B14F-4D97-AF65-F5344CB8AC3E}">
        <p14:creationId xmlns:p14="http://schemas.microsoft.com/office/powerpoint/2010/main" val="368166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Tried something that didn’t work?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Permanently destroy your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uncommitted work?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reset --hard HEAD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Use with care, uncommitted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means unrecoverable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397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4141668"/>
            <a:ext cx="1906628" cy="17274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397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49052" y="4141668"/>
            <a:ext cx="1906628" cy="17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80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Questions &amp; Answers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GIT on your box</a:t>
            </a:r>
          </a:p>
        </p:txBody>
      </p:sp>
    </p:spTree>
    <p:extLst>
      <p:ext uri="{BB962C8B-B14F-4D97-AF65-F5344CB8AC3E}">
        <p14:creationId xmlns:p14="http://schemas.microsoft.com/office/powerpoint/2010/main" val="4136060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Starting from a Remote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Infinity and Beyond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24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 a repository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If someone else has already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created a repository, then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your start by cloning it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clone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&lt;address&gt;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&lt;directory&gt;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Puts the directory in your current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working directory.</a:t>
            </a:r>
          </a:p>
        </p:txBody>
      </p:sp>
    </p:spTree>
    <p:extLst>
      <p:ext uri="{BB962C8B-B14F-4D97-AF65-F5344CB8AC3E}">
        <p14:creationId xmlns:p14="http://schemas.microsoft.com/office/powerpoint/2010/main" val="4144456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78910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834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24786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0113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can I find a remote?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35331"/>
            <a:ext cx="4802777" cy="31300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772395"/>
            <a:ext cx="4360620" cy="125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57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GitHub</a:t>
            </a:r>
            <a:r>
              <a:rPr lang="en-US" dirty="0" smtClean="0"/>
              <a:t> Demo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Login to </a:t>
            </a:r>
            <a:r>
              <a:rPr lang="en-US" sz="3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or Register for Free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Navigate to :</a:t>
            </a:r>
          </a:p>
          <a:p>
            <a:pPr algn="ctr"/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http://</a:t>
            </a:r>
            <a:r>
              <a:rPr lang="en-US" sz="2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kdbaker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Presentation-GitWorkshop</a:t>
            </a:r>
            <a:endParaRPr lang="en-US" sz="2400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63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Fork the Repo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Click Fork in the top right corner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This copies the repo into your user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clone your copy: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clone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&lt;address&gt;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&lt;directory&gt;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 address is here:</a:t>
            </a:r>
          </a:p>
          <a:p>
            <a:pPr algn="ctr"/>
            <a:endParaRPr lang="en-US" sz="3600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956" y="5161108"/>
            <a:ext cx="8819048" cy="47619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 rot="2952526">
            <a:off x="9389097" y="4633048"/>
            <a:ext cx="377072" cy="7541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19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Sending to a Remote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Infinity and Beyond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30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Send changes to a remote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Send your local commits to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 remote repository</a:t>
            </a:r>
          </a:p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push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&lt;remote&gt;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&lt;branch&gt;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Pushes your changes to a remote</a:t>
            </a:r>
          </a:p>
          <a:p>
            <a:pPr algn="ctr"/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branch of the same name</a:t>
            </a:r>
          </a:p>
        </p:txBody>
      </p:sp>
    </p:spTree>
    <p:extLst>
      <p:ext uri="{BB962C8B-B14F-4D97-AF65-F5344CB8AC3E}">
        <p14:creationId xmlns:p14="http://schemas.microsoft.com/office/powerpoint/2010/main" val="40171518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Branches Elsewhere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Infinity and Beyond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42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changes from a remote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sz="3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pull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&lt;remote&gt;</a:t>
            </a:r>
            <a:r>
              <a:rPr lang="en-US" sz="3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&lt;branch&gt;</a:t>
            </a:r>
          </a:p>
        </p:txBody>
      </p:sp>
    </p:spTree>
    <p:extLst>
      <p:ext uri="{BB962C8B-B14F-4D97-AF65-F5344CB8AC3E}">
        <p14:creationId xmlns:p14="http://schemas.microsoft.com/office/powerpoint/2010/main" val="37339197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Conflicts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341546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6208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Conflicts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904496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96219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Cheat Sheets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>
                <a:hlinkClick r:id="rId2"/>
              </a:rPr>
              <a:t>http://ndpsoftware.com/git-</a:t>
            </a:r>
            <a:r>
              <a:rPr lang="en-US" sz="4000" dirty="0" smtClean="0">
                <a:hlinkClick r:id="rId2"/>
              </a:rPr>
              <a:t>cheatsheet.html</a:t>
            </a:r>
            <a:endParaRPr lang="en-US" sz="4000" dirty="0" smtClean="0"/>
          </a:p>
          <a:p>
            <a:pPr algn="ctr"/>
            <a:r>
              <a:rPr lang="en-US" sz="4000" dirty="0">
                <a:hlinkClick r:id="rId3"/>
              </a:rPr>
              <a:t>http://rogerdudler.github.io/git-guide</a:t>
            </a:r>
            <a:r>
              <a:rPr lang="en-US" sz="4000" dirty="0" smtClean="0">
                <a:hlinkClick r:id="rId3"/>
              </a:rPr>
              <a:t>/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18738942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392</TotalTime>
  <Words>1101</Words>
  <Application>Microsoft Macintosh PowerPoint</Application>
  <PresentationFormat>Custom</PresentationFormat>
  <Paragraphs>220</Paragraphs>
  <Slides>43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Retrospect</vt:lpstr>
      <vt:lpstr>GIT Workshop</vt:lpstr>
      <vt:lpstr>Agenda</vt:lpstr>
      <vt:lpstr>Starting Locally</vt:lpstr>
      <vt:lpstr>Install GIT and more</vt:lpstr>
      <vt:lpstr>Tell GIT who you are…</vt:lpstr>
      <vt:lpstr>Some other things we’ll need</vt:lpstr>
      <vt:lpstr>The Basics</vt:lpstr>
      <vt:lpstr>Setting things up…</vt:lpstr>
      <vt:lpstr>Creating a local repository</vt:lpstr>
      <vt:lpstr>Writing Code Workflow</vt:lpstr>
      <vt:lpstr>Writing Code Workflow</vt:lpstr>
      <vt:lpstr>Writing Code Workflow</vt:lpstr>
      <vt:lpstr>How it works…</vt:lpstr>
      <vt:lpstr>The Extras</vt:lpstr>
      <vt:lpstr>Branching &amp; Merging</vt:lpstr>
      <vt:lpstr>Working with Branches</vt:lpstr>
      <vt:lpstr>Working with Branches</vt:lpstr>
      <vt:lpstr>Pay Attention!</vt:lpstr>
      <vt:lpstr>Branch per Feature Workflow</vt:lpstr>
      <vt:lpstr>Branch per Feature Workflow</vt:lpstr>
      <vt:lpstr>Branch per Feature Workflow</vt:lpstr>
      <vt:lpstr>The Extras</vt:lpstr>
      <vt:lpstr>The Extras</vt:lpstr>
      <vt:lpstr>Wait! Go back!</vt:lpstr>
      <vt:lpstr>PowerPoint Presentation</vt:lpstr>
      <vt:lpstr>Remember Your Extras</vt:lpstr>
      <vt:lpstr>Committed the wrong thing?</vt:lpstr>
      <vt:lpstr>Tried something that didn’t work?</vt:lpstr>
      <vt:lpstr>Questions &amp; Answers</vt:lpstr>
      <vt:lpstr>Starting from a Remote</vt:lpstr>
      <vt:lpstr>Clone a repository</vt:lpstr>
      <vt:lpstr>How it works…</vt:lpstr>
      <vt:lpstr>How it works…</vt:lpstr>
      <vt:lpstr>Where can I find a remote?</vt:lpstr>
      <vt:lpstr>Basic GitHub Demo</vt:lpstr>
      <vt:lpstr>Fork the Repo</vt:lpstr>
      <vt:lpstr>Sending to a Remote</vt:lpstr>
      <vt:lpstr>Send changes to a remote</vt:lpstr>
      <vt:lpstr>Branches Elsewhere</vt:lpstr>
      <vt:lpstr>Get changes from a remote</vt:lpstr>
      <vt:lpstr>Merge Conflicts</vt:lpstr>
      <vt:lpstr>Merge Conflicts</vt:lpstr>
      <vt:lpstr>GIT Cheat Sheets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Workshop</dc:title>
  <dc:creator>Tim Rayburn</dc:creator>
  <cp:lastModifiedBy>Kevin Baker</cp:lastModifiedBy>
  <cp:revision>34</cp:revision>
  <dcterms:created xsi:type="dcterms:W3CDTF">2013-06-04T13:54:23Z</dcterms:created>
  <dcterms:modified xsi:type="dcterms:W3CDTF">2013-12-05T16:06:45Z</dcterms:modified>
</cp:coreProperties>
</file>